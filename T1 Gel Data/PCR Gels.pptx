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4" r:id="rId12"/>
    <p:sldId id="267" r:id="rId13"/>
    <p:sldId id="268" r:id="rId14"/>
    <p:sldId id="271" r:id="rId15"/>
    <p:sldId id="274" r:id="rId16"/>
    <p:sldId id="272" r:id="rId17"/>
    <p:sldId id="273" r:id="rId18"/>
    <p:sldId id="269" r:id="rId19"/>
    <p:sldId id="270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E0E0E"/>
    <a:srgbClr val="0F0F0F"/>
    <a:srgbClr val="212121"/>
    <a:srgbClr val="1F1F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30" autoAdjust="0"/>
    <p:restoredTop sz="94660"/>
  </p:normalViewPr>
  <p:slideViewPr>
    <p:cSldViewPr snapToGrid="0">
      <p:cViewPr>
        <p:scale>
          <a:sx n="125" d="100"/>
          <a:sy n="125" d="100"/>
        </p:scale>
        <p:origin x="-221" y="-6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liver Eyre" userId="a155bfb8-393e-4262-a7e1-a6a5ee5364cf" providerId="ADAL" clId="{5E6B6E74-83B7-4C3E-A027-E167CB70DE76}"/>
    <pc:docChg chg="undo custSel addSld delSld modSld sldOrd">
      <pc:chgData name="Oliver Eyre" userId="a155bfb8-393e-4262-a7e1-a6a5ee5364cf" providerId="ADAL" clId="{5E6B6E74-83B7-4C3E-A027-E167CB70DE76}" dt="2026-05-13T19:47:19.641" v="3590" actId="2711"/>
      <pc:docMkLst>
        <pc:docMk/>
      </pc:docMkLst>
      <pc:sldChg chg="addSp delSp modSp mod">
        <pc:chgData name="Oliver Eyre" userId="a155bfb8-393e-4262-a7e1-a6a5ee5364cf" providerId="ADAL" clId="{5E6B6E74-83B7-4C3E-A027-E167CB70DE76}" dt="2026-05-10T11:28:26.133" v="3573" actId="13244"/>
        <pc:sldMkLst>
          <pc:docMk/>
          <pc:sldMk cId="2692875734" sldId="257"/>
        </pc:sldMkLst>
        <pc:spChg chg="mod topLvl">
          <ac:chgData name="Oliver Eyre" userId="a155bfb8-393e-4262-a7e1-a6a5ee5364cf" providerId="ADAL" clId="{5E6B6E74-83B7-4C3E-A027-E167CB70DE76}" dt="2026-05-10T11:28:11.648" v="3572" actId="338"/>
          <ac:spMkLst>
            <pc:docMk/>
            <pc:sldMk cId="2692875734" sldId="257"/>
            <ac:spMk id="8" creationId="{C6229792-07EC-A02B-7037-1593837FB841}"/>
          </ac:spMkLst>
        </pc:spChg>
        <pc:spChg chg="mod topLvl">
          <ac:chgData name="Oliver Eyre" userId="a155bfb8-393e-4262-a7e1-a6a5ee5364cf" providerId="ADAL" clId="{5E6B6E74-83B7-4C3E-A027-E167CB70DE76}" dt="2026-05-10T11:28:11.648" v="3572" actId="338"/>
          <ac:spMkLst>
            <pc:docMk/>
            <pc:sldMk cId="2692875734" sldId="257"/>
            <ac:spMk id="9" creationId="{98223C46-5040-9947-9AE3-5B8B96902109}"/>
          </ac:spMkLst>
        </pc:spChg>
        <pc:spChg chg="mod topLvl">
          <ac:chgData name="Oliver Eyre" userId="a155bfb8-393e-4262-a7e1-a6a5ee5364cf" providerId="ADAL" clId="{5E6B6E74-83B7-4C3E-A027-E167CB70DE76}" dt="2026-05-10T11:28:11.648" v="3572" actId="338"/>
          <ac:spMkLst>
            <pc:docMk/>
            <pc:sldMk cId="2692875734" sldId="257"/>
            <ac:spMk id="10" creationId="{6B39F4B2-2084-7F59-2E6E-C76E39BB5835}"/>
          </ac:spMkLst>
        </pc:spChg>
        <pc:spChg chg="mod topLvl">
          <ac:chgData name="Oliver Eyre" userId="a155bfb8-393e-4262-a7e1-a6a5ee5364cf" providerId="ADAL" clId="{5E6B6E74-83B7-4C3E-A027-E167CB70DE76}" dt="2026-05-10T11:28:11.648" v="3572" actId="338"/>
          <ac:spMkLst>
            <pc:docMk/>
            <pc:sldMk cId="2692875734" sldId="257"/>
            <ac:spMk id="11" creationId="{022DA3C1-D60E-EBCC-A4C0-62057908FEE9}"/>
          </ac:spMkLst>
        </pc:spChg>
        <pc:spChg chg="mod topLvl">
          <ac:chgData name="Oliver Eyre" userId="a155bfb8-393e-4262-a7e1-a6a5ee5364cf" providerId="ADAL" clId="{5E6B6E74-83B7-4C3E-A027-E167CB70DE76}" dt="2026-05-10T11:28:11.648" v="3572" actId="338"/>
          <ac:spMkLst>
            <pc:docMk/>
            <pc:sldMk cId="2692875734" sldId="257"/>
            <ac:spMk id="12" creationId="{D540739D-0A13-35EB-FC07-E652780B7F92}"/>
          </ac:spMkLst>
        </pc:spChg>
        <pc:spChg chg="mod topLvl">
          <ac:chgData name="Oliver Eyre" userId="a155bfb8-393e-4262-a7e1-a6a5ee5364cf" providerId="ADAL" clId="{5E6B6E74-83B7-4C3E-A027-E167CB70DE76}" dt="2026-05-10T11:28:11.648" v="3572" actId="338"/>
          <ac:spMkLst>
            <pc:docMk/>
            <pc:sldMk cId="2692875734" sldId="257"/>
            <ac:spMk id="13" creationId="{29A318BA-99A3-9FE3-F69F-7ED87A37D49B}"/>
          </ac:spMkLst>
        </pc:spChg>
        <pc:spChg chg="mod topLvl">
          <ac:chgData name="Oliver Eyre" userId="a155bfb8-393e-4262-a7e1-a6a5ee5364cf" providerId="ADAL" clId="{5E6B6E74-83B7-4C3E-A027-E167CB70DE76}" dt="2026-05-10T11:28:11.648" v="3572" actId="338"/>
          <ac:spMkLst>
            <pc:docMk/>
            <pc:sldMk cId="2692875734" sldId="257"/>
            <ac:spMk id="14" creationId="{C8B73F46-F7E2-44AF-6CBD-8D67B5914E00}"/>
          </ac:spMkLst>
        </pc:spChg>
        <pc:spChg chg="mod">
          <ac:chgData name="Oliver Eyre" userId="a155bfb8-393e-4262-a7e1-a6a5ee5364cf" providerId="ADAL" clId="{5E6B6E74-83B7-4C3E-A027-E167CB70DE76}" dt="2026-05-10T10:59:02.789" v="3233" actId="113"/>
          <ac:spMkLst>
            <pc:docMk/>
            <pc:sldMk cId="2692875734" sldId="257"/>
            <ac:spMk id="15" creationId="{129BD3C0-A0FD-40CC-3394-C216D3F53AAE}"/>
          </ac:spMkLst>
        </pc:spChg>
        <pc:spChg chg="mod topLvl">
          <ac:chgData name="Oliver Eyre" userId="a155bfb8-393e-4262-a7e1-a6a5ee5364cf" providerId="ADAL" clId="{5E6B6E74-83B7-4C3E-A027-E167CB70DE76}" dt="2026-05-10T11:28:11.648" v="3572" actId="338"/>
          <ac:spMkLst>
            <pc:docMk/>
            <pc:sldMk cId="2692875734" sldId="257"/>
            <ac:spMk id="16" creationId="{85D37480-3244-9CA9-0FB4-46E926F74B83}"/>
          </ac:spMkLst>
        </pc:spChg>
        <pc:spChg chg="mod topLvl">
          <ac:chgData name="Oliver Eyre" userId="a155bfb8-393e-4262-a7e1-a6a5ee5364cf" providerId="ADAL" clId="{5E6B6E74-83B7-4C3E-A027-E167CB70DE76}" dt="2026-05-10T11:28:11.648" v="3572" actId="338"/>
          <ac:spMkLst>
            <pc:docMk/>
            <pc:sldMk cId="2692875734" sldId="257"/>
            <ac:spMk id="17" creationId="{0784BB62-F247-EA2D-D580-AF65A907CEA5}"/>
          </ac:spMkLst>
        </pc:spChg>
        <pc:spChg chg="mod topLvl">
          <ac:chgData name="Oliver Eyre" userId="a155bfb8-393e-4262-a7e1-a6a5ee5364cf" providerId="ADAL" clId="{5E6B6E74-83B7-4C3E-A027-E167CB70DE76}" dt="2026-05-10T11:28:11.648" v="3572" actId="338"/>
          <ac:spMkLst>
            <pc:docMk/>
            <pc:sldMk cId="2692875734" sldId="257"/>
            <ac:spMk id="18" creationId="{8AF7F683-3FF7-EB97-F436-6B8A62B59F94}"/>
          </ac:spMkLst>
        </pc:spChg>
        <pc:graphicFrameChg chg="mod ord modGraphic">
          <ac:chgData name="Oliver Eyre" userId="a155bfb8-393e-4262-a7e1-a6a5ee5364cf" providerId="ADAL" clId="{5E6B6E74-83B7-4C3E-A027-E167CB70DE76}" dt="2026-05-10T11:28:26.133" v="3573" actId="13244"/>
          <ac:graphicFrameMkLst>
            <pc:docMk/>
            <pc:sldMk cId="2692875734" sldId="257"/>
            <ac:graphicFrameMk id="5" creationId="{E517852D-4E54-E67F-4FC7-D6A58181F04E}"/>
          </ac:graphicFrameMkLst>
        </pc:graphicFrameChg>
        <pc:picChg chg="mod modCrop">
          <ac:chgData name="Oliver Eyre" userId="a155bfb8-393e-4262-a7e1-a6a5ee5364cf" providerId="ADAL" clId="{5E6B6E74-83B7-4C3E-A027-E167CB70DE76}" dt="2026-05-10T11:27:19.549" v="3568" actId="732"/>
          <ac:picMkLst>
            <pc:docMk/>
            <pc:sldMk cId="2692875734" sldId="257"/>
            <ac:picMk id="3" creationId="{D1012873-D439-4A7F-6FBA-D7DBA4C819B1}"/>
          </ac:picMkLst>
        </pc:picChg>
      </pc:sldChg>
      <pc:sldChg chg="addSp delSp modSp new mod">
        <pc:chgData name="Oliver Eyre" userId="a155bfb8-393e-4262-a7e1-a6a5ee5364cf" providerId="ADAL" clId="{5E6B6E74-83B7-4C3E-A027-E167CB70DE76}" dt="2026-05-10T11:29:21.888" v="3575" actId="164"/>
        <pc:sldMkLst>
          <pc:docMk/>
          <pc:sldMk cId="2958089482" sldId="259"/>
        </pc:sldMkLst>
        <pc:spChg chg="mod topLvl">
          <ac:chgData name="Oliver Eyre" userId="a155bfb8-393e-4262-a7e1-a6a5ee5364cf" providerId="ADAL" clId="{5E6B6E74-83B7-4C3E-A027-E167CB70DE76}" dt="2026-05-10T11:29:21.888" v="3575" actId="164"/>
          <ac:spMkLst>
            <pc:docMk/>
            <pc:sldMk cId="2958089482" sldId="259"/>
            <ac:spMk id="5" creationId="{C126BDB3-03E5-456F-A4C2-C7B1B6BAFDAC}"/>
          </ac:spMkLst>
        </pc:spChg>
        <pc:spChg chg="mod topLvl">
          <ac:chgData name="Oliver Eyre" userId="a155bfb8-393e-4262-a7e1-a6a5ee5364cf" providerId="ADAL" clId="{5E6B6E74-83B7-4C3E-A027-E167CB70DE76}" dt="2026-05-10T11:29:21.888" v="3575" actId="164"/>
          <ac:spMkLst>
            <pc:docMk/>
            <pc:sldMk cId="2958089482" sldId="259"/>
            <ac:spMk id="6" creationId="{0E6C5C43-38EC-3E98-8E85-BA9EEBAE473B}"/>
          </ac:spMkLst>
        </pc:spChg>
        <pc:spChg chg="mod topLvl">
          <ac:chgData name="Oliver Eyre" userId="a155bfb8-393e-4262-a7e1-a6a5ee5364cf" providerId="ADAL" clId="{5E6B6E74-83B7-4C3E-A027-E167CB70DE76}" dt="2026-05-10T11:29:21.888" v="3575" actId="164"/>
          <ac:spMkLst>
            <pc:docMk/>
            <pc:sldMk cId="2958089482" sldId="259"/>
            <ac:spMk id="7" creationId="{C8362E19-25AE-B441-C0CA-6EA6B82EE32B}"/>
          </ac:spMkLst>
        </pc:spChg>
        <pc:spChg chg="mod topLvl">
          <ac:chgData name="Oliver Eyre" userId="a155bfb8-393e-4262-a7e1-a6a5ee5364cf" providerId="ADAL" clId="{5E6B6E74-83B7-4C3E-A027-E167CB70DE76}" dt="2026-05-10T11:29:21.888" v="3575" actId="164"/>
          <ac:spMkLst>
            <pc:docMk/>
            <pc:sldMk cId="2958089482" sldId="259"/>
            <ac:spMk id="8" creationId="{B3BF724C-80AE-8DFA-6346-E8D4E691CEE6}"/>
          </ac:spMkLst>
        </pc:spChg>
        <pc:spChg chg="mod topLvl">
          <ac:chgData name="Oliver Eyre" userId="a155bfb8-393e-4262-a7e1-a6a5ee5364cf" providerId="ADAL" clId="{5E6B6E74-83B7-4C3E-A027-E167CB70DE76}" dt="2026-05-10T11:29:21.888" v="3575" actId="164"/>
          <ac:spMkLst>
            <pc:docMk/>
            <pc:sldMk cId="2958089482" sldId="259"/>
            <ac:spMk id="10" creationId="{8401969E-1EDA-9A92-82B6-D53CD6DBAB4C}"/>
          </ac:spMkLst>
        </pc:spChg>
        <pc:spChg chg="mod topLvl">
          <ac:chgData name="Oliver Eyre" userId="a155bfb8-393e-4262-a7e1-a6a5ee5364cf" providerId="ADAL" clId="{5E6B6E74-83B7-4C3E-A027-E167CB70DE76}" dt="2026-05-10T11:29:21.888" v="3575" actId="164"/>
          <ac:spMkLst>
            <pc:docMk/>
            <pc:sldMk cId="2958089482" sldId="259"/>
            <ac:spMk id="12" creationId="{7A9EF2AC-314C-2325-868B-4C80F1F77C1D}"/>
          </ac:spMkLst>
        </pc:spChg>
        <pc:spChg chg="mod topLvl">
          <ac:chgData name="Oliver Eyre" userId="a155bfb8-393e-4262-a7e1-a6a5ee5364cf" providerId="ADAL" clId="{5E6B6E74-83B7-4C3E-A027-E167CB70DE76}" dt="2026-05-10T11:29:21.888" v="3575" actId="164"/>
          <ac:spMkLst>
            <pc:docMk/>
            <pc:sldMk cId="2958089482" sldId="259"/>
            <ac:spMk id="14" creationId="{936BC521-EF31-D522-7F25-05C3895518A6}"/>
          </ac:spMkLst>
        </pc:spChg>
        <pc:spChg chg="mod topLvl">
          <ac:chgData name="Oliver Eyre" userId="a155bfb8-393e-4262-a7e1-a6a5ee5364cf" providerId="ADAL" clId="{5E6B6E74-83B7-4C3E-A027-E167CB70DE76}" dt="2026-05-10T11:29:21.888" v="3575" actId="164"/>
          <ac:spMkLst>
            <pc:docMk/>
            <pc:sldMk cId="2958089482" sldId="259"/>
            <ac:spMk id="15" creationId="{113D8094-B7C2-8924-154E-980849256082}"/>
          </ac:spMkLst>
        </pc:spChg>
        <pc:spChg chg="mod topLvl">
          <ac:chgData name="Oliver Eyre" userId="a155bfb8-393e-4262-a7e1-a6a5ee5364cf" providerId="ADAL" clId="{5E6B6E74-83B7-4C3E-A027-E167CB70DE76}" dt="2026-05-10T11:29:21.888" v="3575" actId="164"/>
          <ac:spMkLst>
            <pc:docMk/>
            <pc:sldMk cId="2958089482" sldId="259"/>
            <ac:spMk id="16" creationId="{33B6A372-CAEA-3B74-2A70-65D469CA5A02}"/>
          </ac:spMkLst>
        </pc:spChg>
        <pc:spChg chg="mod topLvl">
          <ac:chgData name="Oliver Eyre" userId="a155bfb8-393e-4262-a7e1-a6a5ee5364cf" providerId="ADAL" clId="{5E6B6E74-83B7-4C3E-A027-E167CB70DE76}" dt="2026-05-10T11:29:21.888" v="3575" actId="164"/>
          <ac:spMkLst>
            <pc:docMk/>
            <pc:sldMk cId="2958089482" sldId="259"/>
            <ac:spMk id="18" creationId="{A905B726-0A1F-24F3-534C-C8A4CCE660A0}"/>
          </ac:spMkLst>
        </pc:spChg>
        <pc:graphicFrameChg chg="add mod modGraphic">
          <ac:chgData name="Oliver Eyre" userId="a155bfb8-393e-4262-a7e1-a6a5ee5364cf" providerId="ADAL" clId="{5E6B6E74-83B7-4C3E-A027-E167CB70DE76}" dt="2026-05-10T11:01:37.983" v="3237" actId="207"/>
          <ac:graphicFrameMkLst>
            <pc:docMk/>
            <pc:sldMk cId="2958089482" sldId="259"/>
            <ac:graphicFrameMk id="4" creationId="{038237C0-CC0A-11A8-FD6A-BE6EECD78085}"/>
          </ac:graphicFrameMkLst>
        </pc:graphicFrameChg>
      </pc:sldChg>
      <pc:sldChg chg="addSp modSp mod">
        <pc:chgData name="Oliver Eyre" userId="a155bfb8-393e-4262-a7e1-a6a5ee5364cf" providerId="ADAL" clId="{5E6B6E74-83B7-4C3E-A027-E167CB70DE76}" dt="2026-05-10T11:02:19.343" v="3250" actId="1037"/>
        <pc:sldMkLst>
          <pc:docMk/>
          <pc:sldMk cId="3538377649" sldId="261"/>
        </pc:sldMkLst>
        <pc:spChg chg="mod">
          <ac:chgData name="Oliver Eyre" userId="a155bfb8-393e-4262-a7e1-a6a5ee5364cf" providerId="ADAL" clId="{5E6B6E74-83B7-4C3E-A027-E167CB70DE76}" dt="2026-05-10T11:02:01.946" v="3242"/>
          <ac:spMkLst>
            <pc:docMk/>
            <pc:sldMk cId="3538377649" sldId="261"/>
            <ac:spMk id="5" creationId="{67A25216-265A-B8CB-3AF6-D2AE9004B9E0}"/>
          </ac:spMkLst>
        </pc:spChg>
        <pc:spChg chg="mod">
          <ac:chgData name="Oliver Eyre" userId="a155bfb8-393e-4262-a7e1-a6a5ee5364cf" providerId="ADAL" clId="{5E6B6E74-83B7-4C3E-A027-E167CB70DE76}" dt="2026-05-10T11:02:01.946" v="3242"/>
          <ac:spMkLst>
            <pc:docMk/>
            <pc:sldMk cId="3538377649" sldId="261"/>
            <ac:spMk id="6" creationId="{0B3E5AB1-1209-3315-4EDF-6C59D81E4126}"/>
          </ac:spMkLst>
        </pc:spChg>
        <pc:spChg chg="mod">
          <ac:chgData name="Oliver Eyre" userId="a155bfb8-393e-4262-a7e1-a6a5ee5364cf" providerId="ADAL" clId="{5E6B6E74-83B7-4C3E-A027-E167CB70DE76}" dt="2026-05-10T11:02:01.946" v="3242"/>
          <ac:spMkLst>
            <pc:docMk/>
            <pc:sldMk cId="3538377649" sldId="261"/>
            <ac:spMk id="7" creationId="{8D898986-9D80-53AE-349E-5B9F206BE428}"/>
          </ac:spMkLst>
        </pc:spChg>
        <pc:spChg chg="mod">
          <ac:chgData name="Oliver Eyre" userId="a155bfb8-393e-4262-a7e1-a6a5ee5364cf" providerId="ADAL" clId="{5E6B6E74-83B7-4C3E-A027-E167CB70DE76}" dt="2026-05-10T11:02:01.946" v="3242"/>
          <ac:spMkLst>
            <pc:docMk/>
            <pc:sldMk cId="3538377649" sldId="261"/>
            <ac:spMk id="9" creationId="{D91E6599-EAEE-E4D5-E770-5738E3773BA6}"/>
          </ac:spMkLst>
        </pc:spChg>
        <pc:spChg chg="mod">
          <ac:chgData name="Oliver Eyre" userId="a155bfb8-393e-4262-a7e1-a6a5ee5364cf" providerId="ADAL" clId="{5E6B6E74-83B7-4C3E-A027-E167CB70DE76}" dt="2026-05-10T11:02:01.946" v="3242"/>
          <ac:spMkLst>
            <pc:docMk/>
            <pc:sldMk cId="3538377649" sldId="261"/>
            <ac:spMk id="11" creationId="{D9C309E8-64DA-4961-064D-EAD45171BBBF}"/>
          </ac:spMkLst>
        </pc:spChg>
        <pc:spChg chg="mod">
          <ac:chgData name="Oliver Eyre" userId="a155bfb8-393e-4262-a7e1-a6a5ee5364cf" providerId="ADAL" clId="{5E6B6E74-83B7-4C3E-A027-E167CB70DE76}" dt="2026-05-10T11:02:01.946" v="3242"/>
          <ac:spMkLst>
            <pc:docMk/>
            <pc:sldMk cId="3538377649" sldId="261"/>
            <ac:spMk id="12" creationId="{893D1E00-028F-34AF-8502-96D54A0401EA}"/>
          </ac:spMkLst>
        </pc:spChg>
        <pc:spChg chg="mod">
          <ac:chgData name="Oliver Eyre" userId="a155bfb8-393e-4262-a7e1-a6a5ee5364cf" providerId="ADAL" clId="{5E6B6E74-83B7-4C3E-A027-E167CB70DE76}" dt="2026-05-10T11:02:01.946" v="3242"/>
          <ac:spMkLst>
            <pc:docMk/>
            <pc:sldMk cId="3538377649" sldId="261"/>
            <ac:spMk id="13" creationId="{0A1D25C5-837D-59FD-7DC2-4A7573A1E6FF}"/>
          </ac:spMkLst>
        </pc:spChg>
        <pc:spChg chg="mod">
          <ac:chgData name="Oliver Eyre" userId="a155bfb8-393e-4262-a7e1-a6a5ee5364cf" providerId="ADAL" clId="{5E6B6E74-83B7-4C3E-A027-E167CB70DE76}" dt="2026-05-10T11:02:01.946" v="3242"/>
          <ac:spMkLst>
            <pc:docMk/>
            <pc:sldMk cId="3538377649" sldId="261"/>
            <ac:spMk id="14" creationId="{477245A0-7763-75B2-37E1-5794F4345BDB}"/>
          </ac:spMkLst>
        </pc:spChg>
        <pc:spChg chg="mod">
          <ac:chgData name="Oliver Eyre" userId="a155bfb8-393e-4262-a7e1-a6a5ee5364cf" providerId="ADAL" clId="{5E6B6E74-83B7-4C3E-A027-E167CB70DE76}" dt="2026-05-10T11:02:01.946" v="3242"/>
          <ac:spMkLst>
            <pc:docMk/>
            <pc:sldMk cId="3538377649" sldId="261"/>
            <ac:spMk id="15" creationId="{246668A5-0F5F-70DE-03EC-87D038CF6E54}"/>
          </ac:spMkLst>
        </pc:spChg>
        <pc:spChg chg="mod">
          <ac:chgData name="Oliver Eyre" userId="a155bfb8-393e-4262-a7e1-a6a5ee5364cf" providerId="ADAL" clId="{5E6B6E74-83B7-4C3E-A027-E167CB70DE76}" dt="2026-05-10T11:02:01.946" v="3242"/>
          <ac:spMkLst>
            <pc:docMk/>
            <pc:sldMk cId="3538377649" sldId="261"/>
            <ac:spMk id="17" creationId="{0433DAB1-2C0C-764E-5BCC-5422146093FA}"/>
          </ac:spMkLst>
        </pc:spChg>
        <pc:grpChg chg="mod">
          <ac:chgData name="Oliver Eyre" userId="a155bfb8-393e-4262-a7e1-a6a5ee5364cf" providerId="ADAL" clId="{5E6B6E74-83B7-4C3E-A027-E167CB70DE76}" dt="2026-05-10T11:02:19.343" v="3250" actId="1037"/>
          <ac:grpSpMkLst>
            <pc:docMk/>
            <pc:sldMk cId="3538377649" sldId="261"/>
            <ac:grpSpMk id="2" creationId="{41A6679C-5D4A-01FD-FB05-C63359A911CD}"/>
          </ac:grpSpMkLst>
        </pc:grpChg>
        <pc:graphicFrameChg chg="mod modGraphic">
          <ac:chgData name="Oliver Eyre" userId="a155bfb8-393e-4262-a7e1-a6a5ee5364cf" providerId="ADAL" clId="{5E6B6E74-83B7-4C3E-A027-E167CB70DE76}" dt="2026-05-07T10:50:41.294" v="3222" actId="207"/>
          <ac:graphicFrameMkLst>
            <pc:docMk/>
            <pc:sldMk cId="3538377649" sldId="261"/>
            <ac:graphicFrameMk id="4" creationId="{2F06BE32-8DFE-D2D8-7C90-DB13F9253C49}"/>
          </ac:graphicFrameMkLst>
        </pc:graphicFrameChg>
        <pc:picChg chg="mod">
          <ac:chgData name="Oliver Eyre" userId="a155bfb8-393e-4262-a7e1-a6a5ee5364cf" providerId="ADAL" clId="{5E6B6E74-83B7-4C3E-A027-E167CB70DE76}" dt="2026-05-01T09:46:59.291" v="3200" actId="1076"/>
          <ac:picMkLst>
            <pc:docMk/>
            <pc:sldMk cId="3538377649" sldId="261"/>
            <ac:picMk id="3" creationId="{827A3514-0092-CC50-57FF-596BD310C18E}"/>
          </ac:picMkLst>
        </pc:picChg>
      </pc:sldChg>
      <pc:sldChg chg="addSp modSp mod">
        <pc:chgData name="Oliver Eyre" userId="a155bfb8-393e-4262-a7e1-a6a5ee5364cf" providerId="ADAL" clId="{5E6B6E74-83B7-4C3E-A027-E167CB70DE76}" dt="2026-05-10T11:02:51.386" v="3263" actId="1037"/>
        <pc:sldMkLst>
          <pc:docMk/>
          <pc:sldMk cId="1085927988" sldId="262"/>
        </pc:sldMkLst>
        <pc:spChg chg="mod">
          <ac:chgData name="Oliver Eyre" userId="a155bfb8-393e-4262-a7e1-a6a5ee5364cf" providerId="ADAL" clId="{5E6B6E74-83B7-4C3E-A027-E167CB70DE76}" dt="2026-05-10T11:02:40.050" v="3254"/>
          <ac:spMkLst>
            <pc:docMk/>
            <pc:sldMk cId="1085927988" sldId="262"/>
            <ac:spMk id="6" creationId="{415F050F-C578-D5D0-EF14-299A54DCE7B0}"/>
          </ac:spMkLst>
        </pc:spChg>
        <pc:spChg chg="mod">
          <ac:chgData name="Oliver Eyre" userId="a155bfb8-393e-4262-a7e1-a6a5ee5364cf" providerId="ADAL" clId="{5E6B6E74-83B7-4C3E-A027-E167CB70DE76}" dt="2026-05-10T11:02:40.050" v="3254"/>
          <ac:spMkLst>
            <pc:docMk/>
            <pc:sldMk cId="1085927988" sldId="262"/>
            <ac:spMk id="7" creationId="{10215CF3-A56C-CBF7-86A2-B6D87D4D391B}"/>
          </ac:spMkLst>
        </pc:spChg>
        <pc:spChg chg="mod">
          <ac:chgData name="Oliver Eyre" userId="a155bfb8-393e-4262-a7e1-a6a5ee5364cf" providerId="ADAL" clId="{5E6B6E74-83B7-4C3E-A027-E167CB70DE76}" dt="2026-05-10T11:02:40.050" v="3254"/>
          <ac:spMkLst>
            <pc:docMk/>
            <pc:sldMk cId="1085927988" sldId="262"/>
            <ac:spMk id="9" creationId="{706D2A29-5241-D3F0-F476-CE2C5C7E96FB}"/>
          </ac:spMkLst>
        </pc:spChg>
        <pc:spChg chg="mod">
          <ac:chgData name="Oliver Eyre" userId="a155bfb8-393e-4262-a7e1-a6a5ee5364cf" providerId="ADAL" clId="{5E6B6E74-83B7-4C3E-A027-E167CB70DE76}" dt="2026-05-10T11:02:40.050" v="3254"/>
          <ac:spMkLst>
            <pc:docMk/>
            <pc:sldMk cId="1085927988" sldId="262"/>
            <ac:spMk id="10" creationId="{157436C2-9A6F-79BC-7D08-81715C68055E}"/>
          </ac:spMkLst>
        </pc:spChg>
        <pc:spChg chg="mod">
          <ac:chgData name="Oliver Eyre" userId="a155bfb8-393e-4262-a7e1-a6a5ee5364cf" providerId="ADAL" clId="{5E6B6E74-83B7-4C3E-A027-E167CB70DE76}" dt="2026-05-10T11:02:40.050" v="3254"/>
          <ac:spMkLst>
            <pc:docMk/>
            <pc:sldMk cId="1085927988" sldId="262"/>
            <ac:spMk id="11" creationId="{FB40876F-B68D-603D-47E2-5ABBF1AEB340}"/>
          </ac:spMkLst>
        </pc:spChg>
        <pc:spChg chg="mod">
          <ac:chgData name="Oliver Eyre" userId="a155bfb8-393e-4262-a7e1-a6a5ee5364cf" providerId="ADAL" clId="{5E6B6E74-83B7-4C3E-A027-E167CB70DE76}" dt="2026-05-10T11:02:40.050" v="3254"/>
          <ac:spMkLst>
            <pc:docMk/>
            <pc:sldMk cId="1085927988" sldId="262"/>
            <ac:spMk id="12" creationId="{A83BDF9B-6744-CE0E-E7CE-5B491A457941}"/>
          </ac:spMkLst>
        </pc:spChg>
        <pc:spChg chg="mod">
          <ac:chgData name="Oliver Eyre" userId="a155bfb8-393e-4262-a7e1-a6a5ee5364cf" providerId="ADAL" clId="{5E6B6E74-83B7-4C3E-A027-E167CB70DE76}" dt="2026-05-10T11:02:40.050" v="3254"/>
          <ac:spMkLst>
            <pc:docMk/>
            <pc:sldMk cId="1085927988" sldId="262"/>
            <ac:spMk id="13" creationId="{E4E08D84-BB8E-38B1-890B-ECD7EF41664E}"/>
          </ac:spMkLst>
        </pc:spChg>
        <pc:spChg chg="mod">
          <ac:chgData name="Oliver Eyre" userId="a155bfb8-393e-4262-a7e1-a6a5ee5364cf" providerId="ADAL" clId="{5E6B6E74-83B7-4C3E-A027-E167CB70DE76}" dt="2026-05-10T11:02:40.050" v="3254"/>
          <ac:spMkLst>
            <pc:docMk/>
            <pc:sldMk cId="1085927988" sldId="262"/>
            <ac:spMk id="14" creationId="{6A77D950-E594-14F8-3B82-74EA4D6D32EA}"/>
          </ac:spMkLst>
        </pc:spChg>
        <pc:spChg chg="mod">
          <ac:chgData name="Oliver Eyre" userId="a155bfb8-393e-4262-a7e1-a6a5ee5364cf" providerId="ADAL" clId="{5E6B6E74-83B7-4C3E-A027-E167CB70DE76}" dt="2026-05-10T11:02:40.050" v="3254"/>
          <ac:spMkLst>
            <pc:docMk/>
            <pc:sldMk cId="1085927988" sldId="262"/>
            <ac:spMk id="15" creationId="{621E2C67-8601-231F-2A17-F5EFBAC75A26}"/>
          </ac:spMkLst>
        </pc:spChg>
        <pc:spChg chg="mod">
          <ac:chgData name="Oliver Eyre" userId="a155bfb8-393e-4262-a7e1-a6a5ee5364cf" providerId="ADAL" clId="{5E6B6E74-83B7-4C3E-A027-E167CB70DE76}" dt="2026-05-10T11:02:40.050" v="3254"/>
          <ac:spMkLst>
            <pc:docMk/>
            <pc:sldMk cId="1085927988" sldId="262"/>
            <ac:spMk id="16" creationId="{1F747AAD-8D5B-B0E5-EC5F-5A75A10BEA0B}"/>
          </ac:spMkLst>
        </pc:spChg>
        <pc:grpChg chg="mod">
          <ac:chgData name="Oliver Eyre" userId="a155bfb8-393e-4262-a7e1-a6a5ee5364cf" providerId="ADAL" clId="{5E6B6E74-83B7-4C3E-A027-E167CB70DE76}" dt="2026-05-10T11:02:51.386" v="3263" actId="1037"/>
          <ac:grpSpMkLst>
            <pc:docMk/>
            <pc:sldMk cId="1085927988" sldId="262"/>
            <ac:grpSpMk id="2" creationId="{DC335027-BFC5-B536-33AE-409CC4A4C3A4}"/>
          </ac:grpSpMkLst>
        </pc:grpChg>
        <pc:graphicFrameChg chg="mod modGraphic">
          <ac:chgData name="Oliver Eyre" userId="a155bfb8-393e-4262-a7e1-a6a5ee5364cf" providerId="ADAL" clId="{5E6B6E74-83B7-4C3E-A027-E167CB70DE76}" dt="2026-05-10T11:02:36.246" v="3253" actId="207"/>
          <ac:graphicFrameMkLst>
            <pc:docMk/>
            <pc:sldMk cId="1085927988" sldId="262"/>
            <ac:graphicFrameMk id="5" creationId="{0EF7836F-171C-DD86-C864-640D98A75263}"/>
          </ac:graphicFrameMkLst>
        </pc:graphicFrameChg>
      </pc:sldChg>
      <pc:sldChg chg="addSp delSp modSp mod">
        <pc:chgData name="Oliver Eyre" userId="a155bfb8-393e-4262-a7e1-a6a5ee5364cf" providerId="ADAL" clId="{5E6B6E74-83B7-4C3E-A027-E167CB70DE76}" dt="2026-05-10T11:04:24.067" v="3306" actId="1035"/>
        <pc:sldMkLst>
          <pc:docMk/>
          <pc:sldMk cId="1862801620" sldId="265"/>
        </pc:sldMkLst>
        <pc:spChg chg="mod">
          <ac:chgData name="Oliver Eyre" userId="a155bfb8-393e-4262-a7e1-a6a5ee5364cf" providerId="ADAL" clId="{5E6B6E74-83B7-4C3E-A027-E167CB70DE76}" dt="2026-05-10T11:04:14.541" v="3286" actId="1035"/>
          <ac:spMkLst>
            <pc:docMk/>
            <pc:sldMk cId="1862801620" sldId="265"/>
            <ac:spMk id="5" creationId="{0CF8F955-C0E6-8EDA-D11E-8BCA378C18A1}"/>
          </ac:spMkLst>
        </pc:spChg>
        <pc:spChg chg="mod">
          <ac:chgData name="Oliver Eyre" userId="a155bfb8-393e-4262-a7e1-a6a5ee5364cf" providerId="ADAL" clId="{5E6B6E74-83B7-4C3E-A027-E167CB70DE76}" dt="2026-05-10T11:04:19.695" v="3298" actId="1035"/>
          <ac:spMkLst>
            <pc:docMk/>
            <pc:sldMk cId="1862801620" sldId="265"/>
            <ac:spMk id="6" creationId="{41909BC8-1087-225D-2EFC-C5716394B47C}"/>
          </ac:spMkLst>
        </pc:spChg>
        <pc:spChg chg="mod">
          <ac:chgData name="Oliver Eyre" userId="a155bfb8-393e-4262-a7e1-a6a5ee5364cf" providerId="ADAL" clId="{5E6B6E74-83B7-4C3E-A027-E167CB70DE76}" dt="2026-05-10T11:03:46.924" v="3267"/>
          <ac:spMkLst>
            <pc:docMk/>
            <pc:sldMk cId="1862801620" sldId="265"/>
            <ac:spMk id="9" creationId="{8A8EAD51-DDB7-255C-C7E8-C87327DE8C11}"/>
          </ac:spMkLst>
        </pc:spChg>
        <pc:spChg chg="mod">
          <ac:chgData name="Oliver Eyre" userId="a155bfb8-393e-4262-a7e1-a6a5ee5364cf" providerId="ADAL" clId="{5E6B6E74-83B7-4C3E-A027-E167CB70DE76}" dt="2026-05-10T11:03:46.924" v="3267"/>
          <ac:spMkLst>
            <pc:docMk/>
            <pc:sldMk cId="1862801620" sldId="265"/>
            <ac:spMk id="10" creationId="{B23E3952-9B13-BB23-02F3-AF0D0E5453FA}"/>
          </ac:spMkLst>
        </pc:spChg>
        <pc:spChg chg="mod">
          <ac:chgData name="Oliver Eyre" userId="a155bfb8-393e-4262-a7e1-a6a5ee5364cf" providerId="ADAL" clId="{5E6B6E74-83B7-4C3E-A027-E167CB70DE76}" dt="2026-05-10T11:03:46.924" v="3267"/>
          <ac:spMkLst>
            <pc:docMk/>
            <pc:sldMk cId="1862801620" sldId="265"/>
            <ac:spMk id="11" creationId="{E0F6BF29-2CCB-F8FB-C41B-1D3997D0430C}"/>
          </ac:spMkLst>
        </pc:spChg>
        <pc:spChg chg="mod">
          <ac:chgData name="Oliver Eyre" userId="a155bfb8-393e-4262-a7e1-a6a5ee5364cf" providerId="ADAL" clId="{5E6B6E74-83B7-4C3E-A027-E167CB70DE76}" dt="2026-05-10T11:03:46.924" v="3267"/>
          <ac:spMkLst>
            <pc:docMk/>
            <pc:sldMk cId="1862801620" sldId="265"/>
            <ac:spMk id="12" creationId="{7C202AD4-4CE9-257C-7C94-816B39568E51}"/>
          </ac:spMkLst>
        </pc:spChg>
        <pc:spChg chg="mod">
          <ac:chgData name="Oliver Eyre" userId="a155bfb8-393e-4262-a7e1-a6a5ee5364cf" providerId="ADAL" clId="{5E6B6E74-83B7-4C3E-A027-E167CB70DE76}" dt="2026-05-10T11:03:46.924" v="3267"/>
          <ac:spMkLst>
            <pc:docMk/>
            <pc:sldMk cId="1862801620" sldId="265"/>
            <ac:spMk id="13" creationId="{3046E941-48F9-6098-93B3-B67B4D6F16D5}"/>
          </ac:spMkLst>
        </pc:spChg>
        <pc:spChg chg="mod">
          <ac:chgData name="Oliver Eyre" userId="a155bfb8-393e-4262-a7e1-a6a5ee5364cf" providerId="ADAL" clId="{5E6B6E74-83B7-4C3E-A027-E167CB70DE76}" dt="2026-05-10T11:03:46.924" v="3267"/>
          <ac:spMkLst>
            <pc:docMk/>
            <pc:sldMk cId="1862801620" sldId="265"/>
            <ac:spMk id="14" creationId="{3FB43B69-2A78-B1BD-2581-3A1E4396F30D}"/>
          </ac:spMkLst>
        </pc:spChg>
        <pc:spChg chg="mod">
          <ac:chgData name="Oliver Eyre" userId="a155bfb8-393e-4262-a7e1-a6a5ee5364cf" providerId="ADAL" clId="{5E6B6E74-83B7-4C3E-A027-E167CB70DE76}" dt="2026-05-10T11:03:46.924" v="3267"/>
          <ac:spMkLst>
            <pc:docMk/>
            <pc:sldMk cId="1862801620" sldId="265"/>
            <ac:spMk id="15" creationId="{AF9A3198-CFF1-ED07-5D6A-D8D44E363BED}"/>
          </ac:spMkLst>
        </pc:spChg>
        <pc:spChg chg="mod">
          <ac:chgData name="Oliver Eyre" userId="a155bfb8-393e-4262-a7e1-a6a5ee5364cf" providerId="ADAL" clId="{5E6B6E74-83B7-4C3E-A027-E167CB70DE76}" dt="2026-05-10T11:03:46.924" v="3267"/>
          <ac:spMkLst>
            <pc:docMk/>
            <pc:sldMk cId="1862801620" sldId="265"/>
            <ac:spMk id="16" creationId="{0442E9FF-02EC-8210-A292-6E0BB031F9E2}"/>
          </ac:spMkLst>
        </pc:spChg>
        <pc:spChg chg="mod">
          <ac:chgData name="Oliver Eyre" userId="a155bfb8-393e-4262-a7e1-a6a5ee5364cf" providerId="ADAL" clId="{5E6B6E74-83B7-4C3E-A027-E167CB70DE76}" dt="2026-05-10T11:03:46.924" v="3267"/>
          <ac:spMkLst>
            <pc:docMk/>
            <pc:sldMk cId="1862801620" sldId="265"/>
            <ac:spMk id="17" creationId="{EE59BBFA-5DF7-5738-D29D-659F6EA783ED}"/>
          </ac:spMkLst>
        </pc:spChg>
        <pc:spChg chg="mod">
          <ac:chgData name="Oliver Eyre" userId="a155bfb8-393e-4262-a7e1-a6a5ee5364cf" providerId="ADAL" clId="{5E6B6E74-83B7-4C3E-A027-E167CB70DE76}" dt="2026-05-10T11:04:24.067" v="3306" actId="1035"/>
          <ac:spMkLst>
            <pc:docMk/>
            <pc:sldMk cId="1862801620" sldId="265"/>
            <ac:spMk id="18" creationId="{49E31703-5C72-04E5-4F29-EF152E493724}"/>
          </ac:spMkLst>
        </pc:spChg>
        <pc:grpChg chg="mod">
          <ac:chgData name="Oliver Eyre" userId="a155bfb8-393e-4262-a7e1-a6a5ee5364cf" providerId="ADAL" clId="{5E6B6E74-83B7-4C3E-A027-E167CB70DE76}" dt="2026-05-10T11:04:10.608" v="3272" actId="14100"/>
          <ac:grpSpMkLst>
            <pc:docMk/>
            <pc:sldMk cId="1862801620" sldId="265"/>
            <ac:grpSpMk id="2" creationId="{4D617D34-840D-A6F4-D7DE-3E4DD2E82885}"/>
          </ac:grpSpMkLst>
        </pc:grpChg>
        <pc:graphicFrameChg chg="mod modGraphic">
          <ac:chgData name="Oliver Eyre" userId="a155bfb8-393e-4262-a7e1-a6a5ee5364cf" providerId="ADAL" clId="{5E6B6E74-83B7-4C3E-A027-E167CB70DE76}" dt="2026-05-10T11:03:44.161" v="3266" actId="207"/>
          <ac:graphicFrameMkLst>
            <pc:docMk/>
            <pc:sldMk cId="1862801620" sldId="265"/>
            <ac:graphicFrameMk id="4" creationId="{554F2447-C6BB-E600-F2A6-0E6C747C6280}"/>
          </ac:graphicFrameMkLst>
        </pc:graphicFrameChg>
      </pc:sldChg>
      <pc:sldChg chg="addSp delSp modSp mod">
        <pc:chgData name="Oliver Eyre" userId="a155bfb8-393e-4262-a7e1-a6a5ee5364cf" providerId="ADAL" clId="{5E6B6E74-83B7-4C3E-A027-E167CB70DE76}" dt="2026-05-10T11:08:55.191" v="3425" actId="1037"/>
        <pc:sldMkLst>
          <pc:docMk/>
          <pc:sldMk cId="1585251555" sldId="266"/>
        </pc:sldMkLst>
        <pc:spChg chg="add mod">
          <ac:chgData name="Oliver Eyre" userId="a155bfb8-393e-4262-a7e1-a6a5ee5364cf" providerId="ADAL" clId="{5E6B6E74-83B7-4C3E-A027-E167CB70DE76}" dt="2026-05-10T11:08:51.949" v="3414" actId="1037"/>
          <ac:spMkLst>
            <pc:docMk/>
            <pc:sldMk cId="1585251555" sldId="266"/>
            <ac:spMk id="19" creationId="{52E31041-8CBF-9F9D-970D-779D21BB77D5}"/>
          </ac:spMkLst>
        </pc:spChg>
        <pc:spChg chg="mod">
          <ac:chgData name="Oliver Eyre" userId="a155bfb8-393e-4262-a7e1-a6a5ee5364cf" providerId="ADAL" clId="{5E6B6E74-83B7-4C3E-A027-E167CB70DE76}" dt="2026-05-10T11:05:47.203" v="3322"/>
          <ac:spMkLst>
            <pc:docMk/>
            <pc:sldMk cId="1585251555" sldId="266"/>
            <ac:spMk id="21" creationId="{BB278FE6-F934-2885-1950-F5DC40A58598}"/>
          </ac:spMkLst>
        </pc:spChg>
        <pc:spChg chg="mod">
          <ac:chgData name="Oliver Eyre" userId="a155bfb8-393e-4262-a7e1-a6a5ee5364cf" providerId="ADAL" clId="{5E6B6E74-83B7-4C3E-A027-E167CB70DE76}" dt="2026-05-10T11:05:47.203" v="3322"/>
          <ac:spMkLst>
            <pc:docMk/>
            <pc:sldMk cId="1585251555" sldId="266"/>
            <ac:spMk id="23" creationId="{83A201C6-BAB5-343F-09FB-D6D2E64BE115}"/>
          </ac:spMkLst>
        </pc:spChg>
        <pc:spChg chg="mod">
          <ac:chgData name="Oliver Eyre" userId="a155bfb8-393e-4262-a7e1-a6a5ee5364cf" providerId="ADAL" clId="{5E6B6E74-83B7-4C3E-A027-E167CB70DE76}" dt="2026-05-10T11:06:20.346" v="3346" actId="1036"/>
          <ac:spMkLst>
            <pc:docMk/>
            <pc:sldMk cId="1585251555" sldId="266"/>
            <ac:spMk id="24" creationId="{C15512D0-FD05-9765-765F-C7C30DC8A365}"/>
          </ac:spMkLst>
        </pc:spChg>
        <pc:spChg chg="mod">
          <ac:chgData name="Oliver Eyre" userId="a155bfb8-393e-4262-a7e1-a6a5ee5364cf" providerId="ADAL" clId="{5E6B6E74-83B7-4C3E-A027-E167CB70DE76}" dt="2026-05-10T11:06:24.460" v="3356" actId="1036"/>
          <ac:spMkLst>
            <pc:docMk/>
            <pc:sldMk cId="1585251555" sldId="266"/>
            <ac:spMk id="25" creationId="{16C37D23-820C-E6D4-7818-1A9DB85EBD78}"/>
          </ac:spMkLst>
        </pc:spChg>
        <pc:spChg chg="mod">
          <ac:chgData name="Oliver Eyre" userId="a155bfb8-393e-4262-a7e1-a6a5ee5364cf" providerId="ADAL" clId="{5E6B6E74-83B7-4C3E-A027-E167CB70DE76}" dt="2026-05-10T11:06:42.026" v="3366" actId="1076"/>
          <ac:spMkLst>
            <pc:docMk/>
            <pc:sldMk cId="1585251555" sldId="266"/>
            <ac:spMk id="26" creationId="{B402B9C5-2F2F-7320-F167-E438918B9B76}"/>
          </ac:spMkLst>
        </pc:spChg>
        <pc:spChg chg="mod">
          <ac:chgData name="Oliver Eyre" userId="a155bfb8-393e-4262-a7e1-a6a5ee5364cf" providerId="ADAL" clId="{5E6B6E74-83B7-4C3E-A027-E167CB70DE76}" dt="2026-05-10T11:06:45.978" v="3367" actId="1076"/>
          <ac:spMkLst>
            <pc:docMk/>
            <pc:sldMk cId="1585251555" sldId="266"/>
            <ac:spMk id="27" creationId="{E2DFB962-4C34-4DEC-8831-82C9C43CC63D}"/>
          </ac:spMkLst>
        </pc:spChg>
        <pc:spChg chg="mod">
          <ac:chgData name="Oliver Eyre" userId="a155bfb8-393e-4262-a7e1-a6a5ee5364cf" providerId="ADAL" clId="{5E6B6E74-83B7-4C3E-A027-E167CB70DE76}" dt="2026-05-10T11:06:57.272" v="3369" actId="1076"/>
          <ac:spMkLst>
            <pc:docMk/>
            <pc:sldMk cId="1585251555" sldId="266"/>
            <ac:spMk id="28" creationId="{2A58395D-E27F-E9FE-5660-4FCBF88ED334}"/>
          </ac:spMkLst>
        </pc:spChg>
        <pc:spChg chg="mod">
          <ac:chgData name="Oliver Eyre" userId="a155bfb8-393e-4262-a7e1-a6a5ee5364cf" providerId="ADAL" clId="{5E6B6E74-83B7-4C3E-A027-E167CB70DE76}" dt="2026-05-10T11:07:10.080" v="3372" actId="1076"/>
          <ac:spMkLst>
            <pc:docMk/>
            <pc:sldMk cId="1585251555" sldId="266"/>
            <ac:spMk id="29" creationId="{38F59D3B-9013-FF7A-F300-CEBE680E1506}"/>
          </ac:spMkLst>
        </pc:spChg>
        <pc:spChg chg="mod">
          <ac:chgData name="Oliver Eyre" userId="a155bfb8-393e-4262-a7e1-a6a5ee5364cf" providerId="ADAL" clId="{5E6B6E74-83B7-4C3E-A027-E167CB70DE76}" dt="2026-05-10T11:07:14.910" v="3373" actId="1076"/>
          <ac:spMkLst>
            <pc:docMk/>
            <pc:sldMk cId="1585251555" sldId="266"/>
            <ac:spMk id="30" creationId="{948DCD47-3F20-1D0B-AA38-8A7F0EE95EF2}"/>
          </ac:spMkLst>
        </pc:spChg>
        <pc:spChg chg="mod">
          <ac:chgData name="Oliver Eyre" userId="a155bfb8-393e-4262-a7e1-a6a5ee5364cf" providerId="ADAL" clId="{5E6B6E74-83B7-4C3E-A027-E167CB70DE76}" dt="2026-05-10T11:07:24.369" v="3376" actId="1076"/>
          <ac:spMkLst>
            <pc:docMk/>
            <pc:sldMk cId="1585251555" sldId="266"/>
            <ac:spMk id="31" creationId="{0967712A-0420-04C1-78DB-E6F6341593F2}"/>
          </ac:spMkLst>
        </pc:spChg>
        <pc:spChg chg="mod">
          <ac:chgData name="Oliver Eyre" userId="a155bfb8-393e-4262-a7e1-a6a5ee5364cf" providerId="ADAL" clId="{5E6B6E74-83B7-4C3E-A027-E167CB70DE76}" dt="2026-05-10T11:07:34.425" v="3377" actId="1076"/>
          <ac:spMkLst>
            <pc:docMk/>
            <pc:sldMk cId="1585251555" sldId="266"/>
            <ac:spMk id="32" creationId="{D887AA51-FE58-43DA-C1F1-4132BC4A0602}"/>
          </ac:spMkLst>
        </pc:spChg>
        <pc:spChg chg="mod">
          <ac:chgData name="Oliver Eyre" userId="a155bfb8-393e-4262-a7e1-a6a5ee5364cf" providerId="ADAL" clId="{5E6B6E74-83B7-4C3E-A027-E167CB70DE76}" dt="2026-05-10T11:07:40.859" v="3383" actId="1036"/>
          <ac:spMkLst>
            <pc:docMk/>
            <pc:sldMk cId="1585251555" sldId="266"/>
            <ac:spMk id="33" creationId="{550F9C64-3AFD-0EB6-E6C0-919F7CAB143F}"/>
          </ac:spMkLst>
        </pc:spChg>
        <pc:spChg chg="mod">
          <ac:chgData name="Oliver Eyre" userId="a155bfb8-393e-4262-a7e1-a6a5ee5364cf" providerId="ADAL" clId="{5E6B6E74-83B7-4C3E-A027-E167CB70DE76}" dt="2026-05-10T11:06:15.275" v="3335" actId="1036"/>
          <ac:spMkLst>
            <pc:docMk/>
            <pc:sldMk cId="1585251555" sldId="266"/>
            <ac:spMk id="34" creationId="{576679E8-64CF-3C00-4825-519502274897}"/>
          </ac:spMkLst>
        </pc:spChg>
        <pc:grpChg chg="mod">
          <ac:chgData name="Oliver Eyre" userId="a155bfb8-393e-4262-a7e1-a6a5ee5364cf" providerId="ADAL" clId="{5E6B6E74-83B7-4C3E-A027-E167CB70DE76}" dt="2026-05-10T11:08:55.191" v="3425" actId="1037"/>
          <ac:grpSpMkLst>
            <pc:docMk/>
            <pc:sldMk cId="1585251555" sldId="266"/>
            <ac:grpSpMk id="20" creationId="{44DD4A95-7F7F-2EF5-8C0D-2A1D993696DD}"/>
          </ac:grpSpMkLst>
        </pc:grpChg>
        <pc:graphicFrameChg chg="mod modGraphic">
          <ac:chgData name="Oliver Eyre" userId="a155bfb8-393e-4262-a7e1-a6a5ee5364cf" providerId="ADAL" clId="{5E6B6E74-83B7-4C3E-A027-E167CB70DE76}" dt="2026-05-10T11:05:18.702" v="3316" actId="14100"/>
          <ac:graphicFrameMkLst>
            <pc:docMk/>
            <pc:sldMk cId="1585251555" sldId="266"/>
            <ac:graphicFrameMk id="4" creationId="{40276E12-CD75-B4CC-9689-A9B112AA48B8}"/>
          </ac:graphicFrameMkLst>
        </pc:graphicFrameChg>
        <pc:picChg chg="mod">
          <ac:chgData name="Oliver Eyre" userId="a155bfb8-393e-4262-a7e1-a6a5ee5364cf" providerId="ADAL" clId="{5E6B6E74-83B7-4C3E-A027-E167CB70DE76}" dt="2026-05-10T11:05:15.333" v="3315" actId="14100"/>
          <ac:picMkLst>
            <pc:docMk/>
            <pc:sldMk cId="1585251555" sldId="266"/>
            <ac:picMk id="3" creationId="{11BD1489-3B27-9583-0106-49681C5A4909}"/>
          </ac:picMkLst>
        </pc:picChg>
      </pc:sldChg>
      <pc:sldChg chg="addSp modSp mod">
        <pc:chgData name="Oliver Eyre" userId="a155bfb8-393e-4262-a7e1-a6a5ee5364cf" providerId="ADAL" clId="{5E6B6E74-83B7-4C3E-A027-E167CB70DE76}" dt="2026-05-10T11:37:12.664" v="3576" actId="14100"/>
        <pc:sldMkLst>
          <pc:docMk/>
          <pc:sldMk cId="1165135983" sldId="267"/>
        </pc:sldMkLst>
        <pc:spChg chg="add mod">
          <ac:chgData name="Oliver Eyre" userId="a155bfb8-393e-4262-a7e1-a6a5ee5364cf" providerId="ADAL" clId="{5E6B6E74-83B7-4C3E-A027-E167CB70DE76}" dt="2026-05-10T11:08:47.279" v="3403" actId="1037"/>
          <ac:spMkLst>
            <pc:docMk/>
            <pc:sldMk cId="1165135983" sldId="267"/>
            <ac:spMk id="2" creationId="{D633CCC0-5761-658B-1295-CA71D983CC95}"/>
          </ac:spMkLst>
        </pc:spChg>
        <pc:spChg chg="add mod">
          <ac:chgData name="Oliver Eyre" userId="a155bfb8-393e-4262-a7e1-a6a5ee5364cf" providerId="ADAL" clId="{5E6B6E74-83B7-4C3E-A027-E167CB70DE76}" dt="2026-05-10T11:37:12.664" v="3576" actId="14100"/>
          <ac:spMkLst>
            <pc:docMk/>
            <pc:sldMk cId="1165135983" sldId="267"/>
            <ac:spMk id="5" creationId="{8ABEEBE7-8A17-5FDB-9725-C21C6A38A9F3}"/>
          </ac:spMkLst>
        </pc:spChg>
        <pc:spChg chg="mod">
          <ac:chgData name="Oliver Eyre" userId="a155bfb8-393e-4262-a7e1-a6a5ee5364cf" providerId="ADAL" clId="{5E6B6E74-83B7-4C3E-A027-E167CB70DE76}" dt="2026-05-10T11:11:30.607" v="3453" actId="1076"/>
          <ac:spMkLst>
            <pc:docMk/>
            <pc:sldMk cId="1165135983" sldId="267"/>
            <ac:spMk id="7" creationId="{6A3D3CB0-A05D-CA6C-25E3-B22BBB4827AC}"/>
          </ac:spMkLst>
        </pc:spChg>
        <pc:spChg chg="mod">
          <ac:chgData name="Oliver Eyre" userId="a155bfb8-393e-4262-a7e1-a6a5ee5364cf" providerId="ADAL" clId="{5E6B6E74-83B7-4C3E-A027-E167CB70DE76}" dt="2026-05-10T11:11:20.759" v="3450" actId="1076"/>
          <ac:spMkLst>
            <pc:docMk/>
            <pc:sldMk cId="1165135983" sldId="267"/>
            <ac:spMk id="8" creationId="{F86FE11C-EED7-FADB-5558-9EC4F6F2470C}"/>
          </ac:spMkLst>
        </pc:spChg>
        <pc:spChg chg="mod">
          <ac:chgData name="Oliver Eyre" userId="a155bfb8-393e-4262-a7e1-a6a5ee5364cf" providerId="ADAL" clId="{5E6B6E74-83B7-4C3E-A027-E167CB70DE76}" dt="2026-05-10T11:11:16.663" v="3449" actId="1076"/>
          <ac:spMkLst>
            <pc:docMk/>
            <pc:sldMk cId="1165135983" sldId="267"/>
            <ac:spMk id="9" creationId="{C14CEC2C-ECE3-2FB8-6BAC-C707164C67E1}"/>
          </ac:spMkLst>
        </pc:spChg>
        <pc:spChg chg="mod">
          <ac:chgData name="Oliver Eyre" userId="a155bfb8-393e-4262-a7e1-a6a5ee5364cf" providerId="ADAL" clId="{5E6B6E74-83B7-4C3E-A027-E167CB70DE76}" dt="2026-05-10T11:11:04.349" v="3447" actId="1076"/>
          <ac:spMkLst>
            <pc:docMk/>
            <pc:sldMk cId="1165135983" sldId="267"/>
            <ac:spMk id="10" creationId="{4CE20032-F45C-9E4E-2CCA-0ABA228713E9}"/>
          </ac:spMkLst>
        </pc:spChg>
        <pc:spChg chg="mod">
          <ac:chgData name="Oliver Eyre" userId="a155bfb8-393e-4262-a7e1-a6a5ee5364cf" providerId="ADAL" clId="{5E6B6E74-83B7-4C3E-A027-E167CB70DE76}" dt="2026-05-10T11:10:56.665" v="3446" actId="1076"/>
          <ac:spMkLst>
            <pc:docMk/>
            <pc:sldMk cId="1165135983" sldId="267"/>
            <ac:spMk id="11" creationId="{F56C515C-DDBC-AF7F-0C7A-BB95870E009C}"/>
          </ac:spMkLst>
        </pc:spChg>
        <pc:spChg chg="mod">
          <ac:chgData name="Oliver Eyre" userId="a155bfb8-393e-4262-a7e1-a6a5ee5364cf" providerId="ADAL" clId="{5E6B6E74-83B7-4C3E-A027-E167CB70DE76}" dt="2026-05-10T11:10:53.197" v="3445" actId="1076"/>
          <ac:spMkLst>
            <pc:docMk/>
            <pc:sldMk cId="1165135983" sldId="267"/>
            <ac:spMk id="12" creationId="{A441E67F-660F-01E3-8DE3-F9FCAEE1787A}"/>
          </ac:spMkLst>
        </pc:spChg>
        <pc:spChg chg="mod">
          <ac:chgData name="Oliver Eyre" userId="a155bfb8-393e-4262-a7e1-a6a5ee5364cf" providerId="ADAL" clId="{5E6B6E74-83B7-4C3E-A027-E167CB70DE76}" dt="2026-05-10T11:10:49.078" v="3444" actId="1076"/>
          <ac:spMkLst>
            <pc:docMk/>
            <pc:sldMk cId="1165135983" sldId="267"/>
            <ac:spMk id="13" creationId="{1FC3D0E8-9F12-9EFC-DCC4-A00A2FF9020A}"/>
          </ac:spMkLst>
        </pc:spChg>
        <pc:spChg chg="mod">
          <ac:chgData name="Oliver Eyre" userId="a155bfb8-393e-4262-a7e1-a6a5ee5364cf" providerId="ADAL" clId="{5E6B6E74-83B7-4C3E-A027-E167CB70DE76}" dt="2026-05-10T11:10:44.567" v="3443" actId="1076"/>
          <ac:spMkLst>
            <pc:docMk/>
            <pc:sldMk cId="1165135983" sldId="267"/>
            <ac:spMk id="14" creationId="{0D2CE3F6-AB1D-5D2A-7924-271C7BA5AFC4}"/>
          </ac:spMkLst>
        </pc:spChg>
        <pc:spChg chg="mod">
          <ac:chgData name="Oliver Eyre" userId="a155bfb8-393e-4262-a7e1-a6a5ee5364cf" providerId="ADAL" clId="{5E6B6E74-83B7-4C3E-A027-E167CB70DE76}" dt="2026-05-10T11:10:40.548" v="3442" actId="1076"/>
          <ac:spMkLst>
            <pc:docMk/>
            <pc:sldMk cId="1165135983" sldId="267"/>
            <ac:spMk id="15" creationId="{38DCEAB4-3683-81DD-8C14-B37079D99E3E}"/>
          </ac:spMkLst>
        </pc:spChg>
        <pc:spChg chg="mod">
          <ac:chgData name="Oliver Eyre" userId="a155bfb8-393e-4262-a7e1-a6a5ee5364cf" providerId="ADAL" clId="{5E6B6E74-83B7-4C3E-A027-E167CB70DE76}" dt="2026-05-10T11:10:08.953" v="3437"/>
          <ac:spMkLst>
            <pc:docMk/>
            <pc:sldMk cId="1165135983" sldId="267"/>
            <ac:spMk id="17" creationId="{1E68A6EF-2FCE-EB14-4508-B8549E0503DA}"/>
          </ac:spMkLst>
        </pc:spChg>
        <pc:spChg chg="mod">
          <ac:chgData name="Oliver Eyre" userId="a155bfb8-393e-4262-a7e1-a6a5ee5364cf" providerId="ADAL" clId="{5E6B6E74-83B7-4C3E-A027-E167CB70DE76}" dt="2026-05-10T11:10:30.898" v="3440" actId="1076"/>
          <ac:spMkLst>
            <pc:docMk/>
            <pc:sldMk cId="1165135983" sldId="267"/>
            <ac:spMk id="18" creationId="{62E90158-FF5F-CA9A-C02D-DCB2C915DDBF}"/>
          </ac:spMkLst>
        </pc:spChg>
        <pc:spChg chg="mod">
          <ac:chgData name="Oliver Eyre" userId="a155bfb8-393e-4262-a7e1-a6a5ee5364cf" providerId="ADAL" clId="{5E6B6E74-83B7-4C3E-A027-E167CB70DE76}" dt="2026-05-10T11:10:35.593" v="3441" actId="1076"/>
          <ac:spMkLst>
            <pc:docMk/>
            <pc:sldMk cId="1165135983" sldId="267"/>
            <ac:spMk id="19" creationId="{3FA11D6D-434D-8700-DDFF-F3FC9E36519A}"/>
          </ac:spMkLst>
        </pc:spChg>
        <pc:spChg chg="mod">
          <ac:chgData name="Oliver Eyre" userId="a155bfb8-393e-4262-a7e1-a6a5ee5364cf" providerId="ADAL" clId="{5E6B6E74-83B7-4C3E-A027-E167CB70DE76}" dt="2026-05-10T11:11:08.142" v="3448" actId="1076"/>
          <ac:spMkLst>
            <pc:docMk/>
            <pc:sldMk cId="1165135983" sldId="267"/>
            <ac:spMk id="20" creationId="{C336EEE5-01B4-D6A2-3504-6E146DE26168}"/>
          </ac:spMkLst>
        </pc:spChg>
        <pc:grpChg chg="mod">
          <ac:chgData name="Oliver Eyre" userId="a155bfb8-393e-4262-a7e1-a6a5ee5364cf" providerId="ADAL" clId="{5E6B6E74-83B7-4C3E-A027-E167CB70DE76}" dt="2026-05-10T11:11:24.260" v="3452" actId="1076"/>
          <ac:grpSpMkLst>
            <pc:docMk/>
            <pc:sldMk cId="1165135983" sldId="267"/>
            <ac:grpSpMk id="6" creationId="{EE26B9DB-AC71-B00C-930C-57E46EC35A9F}"/>
          </ac:grpSpMkLst>
        </pc:grpChg>
        <pc:graphicFrameChg chg="mod ord modGraphic">
          <ac:chgData name="Oliver Eyre" userId="a155bfb8-393e-4262-a7e1-a6a5ee5364cf" providerId="ADAL" clId="{5E6B6E74-83B7-4C3E-A027-E167CB70DE76}" dt="2026-05-10T11:10:01.848" v="3436" actId="1076"/>
          <ac:graphicFrameMkLst>
            <pc:docMk/>
            <pc:sldMk cId="1165135983" sldId="267"/>
            <ac:graphicFrameMk id="4" creationId="{1B316E2D-6A57-9F1D-308B-E26EA846F4F2}"/>
          </ac:graphicFrameMkLst>
        </pc:graphicFrameChg>
        <pc:picChg chg="mod">
          <ac:chgData name="Oliver Eyre" userId="a155bfb8-393e-4262-a7e1-a6a5ee5364cf" providerId="ADAL" clId="{5E6B6E74-83B7-4C3E-A027-E167CB70DE76}" dt="2026-05-10T11:08:01.549" v="3384" actId="14100"/>
          <ac:picMkLst>
            <pc:docMk/>
            <pc:sldMk cId="1165135983" sldId="267"/>
            <ac:picMk id="3" creationId="{E3FE54C2-28C8-CA5A-BA96-AF98A3082371}"/>
          </ac:picMkLst>
        </pc:picChg>
      </pc:sldChg>
      <pc:sldChg chg="addSp modSp mod">
        <pc:chgData name="Oliver Eyre" userId="a155bfb8-393e-4262-a7e1-a6a5ee5364cf" providerId="ADAL" clId="{5E6B6E74-83B7-4C3E-A027-E167CB70DE76}" dt="2026-05-10T11:18:12.750" v="3483" actId="164"/>
        <pc:sldMkLst>
          <pc:docMk/>
          <pc:sldMk cId="4254085242" sldId="268"/>
        </pc:sldMkLst>
        <pc:spChg chg="add mod">
          <ac:chgData name="Oliver Eyre" userId="a155bfb8-393e-4262-a7e1-a6a5ee5364cf" providerId="ADAL" clId="{5E6B6E74-83B7-4C3E-A027-E167CB70DE76}" dt="2026-05-10T11:12:09.281" v="3459" actId="14100"/>
          <ac:spMkLst>
            <pc:docMk/>
            <pc:sldMk cId="4254085242" sldId="268"/>
            <ac:spMk id="2" creationId="{8FA5A5AE-B9A2-33D5-E9E8-A8CC7384D901}"/>
          </ac:spMkLst>
        </pc:spChg>
        <pc:spChg chg="add mod">
          <ac:chgData name="Oliver Eyre" userId="a155bfb8-393e-4262-a7e1-a6a5ee5364cf" providerId="ADAL" clId="{5E6B6E74-83B7-4C3E-A027-E167CB70DE76}" dt="2026-05-10T11:18:12.750" v="3483" actId="164"/>
          <ac:spMkLst>
            <pc:docMk/>
            <pc:sldMk cId="4254085242" sldId="268"/>
            <ac:spMk id="5" creationId="{41A007F5-FDAF-32C3-80C4-CD93817AC9BA}"/>
          </ac:spMkLst>
        </pc:spChg>
        <pc:spChg chg="mod">
          <ac:chgData name="Oliver Eyre" userId="a155bfb8-393e-4262-a7e1-a6a5ee5364cf" providerId="ADAL" clId="{5E6B6E74-83B7-4C3E-A027-E167CB70DE76}" dt="2026-05-10T11:14:18.021" v="3474"/>
          <ac:spMkLst>
            <pc:docMk/>
            <pc:sldMk cId="4254085242" sldId="268"/>
            <ac:spMk id="7" creationId="{A8504F22-B383-5900-3DAB-B8AA2A9359F4}"/>
          </ac:spMkLst>
        </pc:spChg>
        <pc:spChg chg="mod">
          <ac:chgData name="Oliver Eyre" userId="a155bfb8-393e-4262-a7e1-a6a5ee5364cf" providerId="ADAL" clId="{5E6B6E74-83B7-4C3E-A027-E167CB70DE76}" dt="2026-05-10T11:14:18.021" v="3474"/>
          <ac:spMkLst>
            <pc:docMk/>
            <pc:sldMk cId="4254085242" sldId="268"/>
            <ac:spMk id="8" creationId="{63FD4280-20F8-1AA9-C72A-051F85840A02}"/>
          </ac:spMkLst>
        </pc:spChg>
        <pc:spChg chg="mod">
          <ac:chgData name="Oliver Eyre" userId="a155bfb8-393e-4262-a7e1-a6a5ee5364cf" providerId="ADAL" clId="{5E6B6E74-83B7-4C3E-A027-E167CB70DE76}" dt="2026-05-10T11:14:18.021" v="3474"/>
          <ac:spMkLst>
            <pc:docMk/>
            <pc:sldMk cId="4254085242" sldId="268"/>
            <ac:spMk id="9" creationId="{4317919E-477B-BD12-52B0-7D1EA8073EF9}"/>
          </ac:spMkLst>
        </pc:spChg>
        <pc:spChg chg="mod">
          <ac:chgData name="Oliver Eyre" userId="a155bfb8-393e-4262-a7e1-a6a5ee5364cf" providerId="ADAL" clId="{5E6B6E74-83B7-4C3E-A027-E167CB70DE76}" dt="2026-05-10T11:14:18.021" v="3474"/>
          <ac:spMkLst>
            <pc:docMk/>
            <pc:sldMk cId="4254085242" sldId="268"/>
            <ac:spMk id="11" creationId="{63A03B0F-54F2-6B8F-5AEE-88D86FDD6217}"/>
          </ac:spMkLst>
        </pc:spChg>
        <pc:spChg chg="mod">
          <ac:chgData name="Oliver Eyre" userId="a155bfb8-393e-4262-a7e1-a6a5ee5364cf" providerId="ADAL" clId="{5E6B6E74-83B7-4C3E-A027-E167CB70DE76}" dt="2026-05-10T11:14:18.021" v="3474"/>
          <ac:spMkLst>
            <pc:docMk/>
            <pc:sldMk cId="4254085242" sldId="268"/>
            <ac:spMk id="12" creationId="{86B66E5F-508F-6483-3F87-F21C08A33B2C}"/>
          </ac:spMkLst>
        </pc:spChg>
        <pc:spChg chg="mod">
          <ac:chgData name="Oliver Eyre" userId="a155bfb8-393e-4262-a7e1-a6a5ee5364cf" providerId="ADAL" clId="{5E6B6E74-83B7-4C3E-A027-E167CB70DE76}" dt="2026-05-10T11:14:18.021" v="3474"/>
          <ac:spMkLst>
            <pc:docMk/>
            <pc:sldMk cId="4254085242" sldId="268"/>
            <ac:spMk id="13" creationId="{3609ADCA-F39B-B961-F7C1-CAF6CC99FDB3}"/>
          </ac:spMkLst>
        </pc:spChg>
        <pc:spChg chg="mod">
          <ac:chgData name="Oliver Eyre" userId="a155bfb8-393e-4262-a7e1-a6a5ee5364cf" providerId="ADAL" clId="{5E6B6E74-83B7-4C3E-A027-E167CB70DE76}" dt="2026-05-10T11:14:18.021" v="3474"/>
          <ac:spMkLst>
            <pc:docMk/>
            <pc:sldMk cId="4254085242" sldId="268"/>
            <ac:spMk id="14" creationId="{B98A28D3-7AB2-33F1-4CC6-A480B36753B7}"/>
          </ac:spMkLst>
        </pc:spChg>
        <pc:spChg chg="mod">
          <ac:chgData name="Oliver Eyre" userId="a155bfb8-393e-4262-a7e1-a6a5ee5364cf" providerId="ADAL" clId="{5E6B6E74-83B7-4C3E-A027-E167CB70DE76}" dt="2026-05-10T11:14:18.021" v="3474"/>
          <ac:spMkLst>
            <pc:docMk/>
            <pc:sldMk cId="4254085242" sldId="268"/>
            <ac:spMk id="15" creationId="{5F553300-F5F6-02B3-08B7-E8AB2EBB2E12}"/>
          </ac:spMkLst>
        </pc:spChg>
        <pc:spChg chg="mod">
          <ac:chgData name="Oliver Eyre" userId="a155bfb8-393e-4262-a7e1-a6a5ee5364cf" providerId="ADAL" clId="{5E6B6E74-83B7-4C3E-A027-E167CB70DE76}" dt="2026-05-10T11:14:18.021" v="3474"/>
          <ac:spMkLst>
            <pc:docMk/>
            <pc:sldMk cId="4254085242" sldId="268"/>
            <ac:spMk id="18" creationId="{E8C20857-6C0E-A9B3-2D36-40E70FB003CB}"/>
          </ac:spMkLst>
        </pc:spChg>
        <pc:spChg chg="mod">
          <ac:chgData name="Oliver Eyre" userId="a155bfb8-393e-4262-a7e1-a6a5ee5364cf" providerId="ADAL" clId="{5E6B6E74-83B7-4C3E-A027-E167CB70DE76}" dt="2026-05-10T11:14:18.021" v="3474"/>
          <ac:spMkLst>
            <pc:docMk/>
            <pc:sldMk cId="4254085242" sldId="268"/>
            <ac:spMk id="19" creationId="{F8BBD257-7C62-E8E2-7CAD-67CDF690EE3C}"/>
          </ac:spMkLst>
        </pc:spChg>
        <pc:grpChg chg="mod">
          <ac:chgData name="Oliver Eyre" userId="a155bfb8-393e-4262-a7e1-a6a5ee5364cf" providerId="ADAL" clId="{5E6B6E74-83B7-4C3E-A027-E167CB70DE76}" dt="2026-05-10T11:18:12.750" v="3483" actId="164"/>
          <ac:grpSpMkLst>
            <pc:docMk/>
            <pc:sldMk cId="4254085242" sldId="268"/>
            <ac:grpSpMk id="6" creationId="{A214BD11-5FC1-6B53-C989-B42F194B5065}"/>
          </ac:grpSpMkLst>
        </pc:grpChg>
        <pc:grpChg chg="add mod">
          <ac:chgData name="Oliver Eyre" userId="a155bfb8-393e-4262-a7e1-a6a5ee5364cf" providerId="ADAL" clId="{5E6B6E74-83B7-4C3E-A027-E167CB70DE76}" dt="2026-05-10T11:18:12.750" v="3483" actId="164"/>
          <ac:grpSpMkLst>
            <pc:docMk/>
            <pc:sldMk cId="4254085242" sldId="268"/>
            <ac:grpSpMk id="21" creationId="{C6A1DF82-E4CC-5439-A42D-53682B651BB6}"/>
          </ac:grpSpMkLst>
        </pc:grpChg>
        <pc:graphicFrameChg chg="mod ord modGraphic">
          <ac:chgData name="Oliver Eyre" userId="a155bfb8-393e-4262-a7e1-a6a5ee5364cf" providerId="ADAL" clId="{5E6B6E74-83B7-4C3E-A027-E167CB70DE76}" dt="2026-05-10T11:12:57.771" v="3470" actId="207"/>
          <ac:graphicFrameMkLst>
            <pc:docMk/>
            <pc:sldMk cId="4254085242" sldId="268"/>
            <ac:graphicFrameMk id="4" creationId="{28D5A2B7-0BBC-458D-4C08-C8726072E90B}"/>
          </ac:graphicFrameMkLst>
        </pc:graphicFrameChg>
        <pc:picChg chg="mod">
          <ac:chgData name="Oliver Eyre" userId="a155bfb8-393e-4262-a7e1-a6a5ee5364cf" providerId="ADAL" clId="{5E6B6E74-83B7-4C3E-A027-E167CB70DE76}" dt="2026-05-10T11:11:45.977" v="3455" actId="14100"/>
          <ac:picMkLst>
            <pc:docMk/>
            <pc:sldMk cId="4254085242" sldId="268"/>
            <ac:picMk id="3" creationId="{CD804DC1-7BD0-4793-9E80-158F10CD0A44}"/>
          </ac:picMkLst>
        </pc:picChg>
      </pc:sldChg>
      <pc:sldChg chg="modSp mod">
        <pc:chgData name="Oliver Eyre" userId="a155bfb8-393e-4262-a7e1-a6a5ee5364cf" providerId="ADAL" clId="{5E6B6E74-83B7-4C3E-A027-E167CB70DE76}" dt="2026-05-10T11:43:01.989" v="3588" actId="14100"/>
        <pc:sldMkLst>
          <pc:docMk/>
          <pc:sldMk cId="1238984547" sldId="270"/>
        </pc:sldMkLst>
        <pc:graphicFrameChg chg="mod modGraphic">
          <ac:chgData name="Oliver Eyre" userId="a155bfb8-393e-4262-a7e1-a6a5ee5364cf" providerId="ADAL" clId="{5E6B6E74-83B7-4C3E-A027-E167CB70DE76}" dt="2026-05-10T11:43:01.989" v="3588" actId="14100"/>
          <ac:graphicFrameMkLst>
            <pc:docMk/>
            <pc:sldMk cId="1238984547" sldId="270"/>
            <ac:graphicFrameMk id="4" creationId="{793B21F4-00F6-6E2D-4CAF-8168BBAFA479}"/>
          </ac:graphicFrameMkLst>
        </pc:graphicFrameChg>
      </pc:sldChg>
      <pc:sldChg chg="addSp modSp mod">
        <pc:chgData name="Oliver Eyre" userId="a155bfb8-393e-4262-a7e1-a6a5ee5364cf" providerId="ADAL" clId="{5E6B6E74-83B7-4C3E-A027-E167CB70DE76}" dt="2026-05-10T11:40:37.872" v="3579" actId="12385"/>
        <pc:sldMkLst>
          <pc:docMk/>
          <pc:sldMk cId="2550164020" sldId="272"/>
        </pc:sldMkLst>
        <pc:spChg chg="mod">
          <ac:chgData name="Oliver Eyre" userId="a155bfb8-393e-4262-a7e1-a6a5ee5364cf" providerId="ADAL" clId="{5E6B6E74-83B7-4C3E-A027-E167CB70DE76}" dt="2026-05-10T11:19:54.594" v="3505"/>
          <ac:spMkLst>
            <pc:docMk/>
            <pc:sldMk cId="2550164020" sldId="272"/>
            <ac:spMk id="6" creationId="{5C573D47-5D8E-E9B3-4088-E3610186C2A6}"/>
          </ac:spMkLst>
        </pc:spChg>
        <pc:spChg chg="mod">
          <ac:chgData name="Oliver Eyre" userId="a155bfb8-393e-4262-a7e1-a6a5ee5364cf" providerId="ADAL" clId="{5E6B6E74-83B7-4C3E-A027-E167CB70DE76}" dt="2026-05-10T11:19:54.594" v="3505"/>
          <ac:spMkLst>
            <pc:docMk/>
            <pc:sldMk cId="2550164020" sldId="272"/>
            <ac:spMk id="7" creationId="{35BB26A3-45DC-4680-CBF6-A3A6FEC7B5D9}"/>
          </ac:spMkLst>
        </pc:spChg>
        <pc:spChg chg="mod">
          <ac:chgData name="Oliver Eyre" userId="a155bfb8-393e-4262-a7e1-a6a5ee5364cf" providerId="ADAL" clId="{5E6B6E74-83B7-4C3E-A027-E167CB70DE76}" dt="2026-05-10T11:19:54.594" v="3505"/>
          <ac:spMkLst>
            <pc:docMk/>
            <pc:sldMk cId="2550164020" sldId="272"/>
            <ac:spMk id="8" creationId="{3877EB3A-E37B-8B5B-501C-3B64EFCB187C}"/>
          </ac:spMkLst>
        </pc:spChg>
        <pc:spChg chg="mod">
          <ac:chgData name="Oliver Eyre" userId="a155bfb8-393e-4262-a7e1-a6a5ee5364cf" providerId="ADAL" clId="{5E6B6E74-83B7-4C3E-A027-E167CB70DE76}" dt="2026-05-10T11:19:54.594" v="3505"/>
          <ac:spMkLst>
            <pc:docMk/>
            <pc:sldMk cId="2550164020" sldId="272"/>
            <ac:spMk id="9" creationId="{F51839AA-6E73-4D7D-7BE8-01EE2A3C9F06}"/>
          </ac:spMkLst>
        </pc:spChg>
        <pc:spChg chg="mod">
          <ac:chgData name="Oliver Eyre" userId="a155bfb8-393e-4262-a7e1-a6a5ee5364cf" providerId="ADAL" clId="{5E6B6E74-83B7-4C3E-A027-E167CB70DE76}" dt="2026-05-10T11:19:54.594" v="3505"/>
          <ac:spMkLst>
            <pc:docMk/>
            <pc:sldMk cId="2550164020" sldId="272"/>
            <ac:spMk id="10" creationId="{5075B1F4-92BB-9D4B-A8A9-CC6DF123F331}"/>
          </ac:spMkLst>
        </pc:spChg>
        <pc:spChg chg="mod">
          <ac:chgData name="Oliver Eyre" userId="a155bfb8-393e-4262-a7e1-a6a5ee5364cf" providerId="ADAL" clId="{5E6B6E74-83B7-4C3E-A027-E167CB70DE76}" dt="2026-05-10T11:19:54.594" v="3505"/>
          <ac:spMkLst>
            <pc:docMk/>
            <pc:sldMk cId="2550164020" sldId="272"/>
            <ac:spMk id="11" creationId="{139D36E7-9D1F-F41D-0BB5-367C3D158073}"/>
          </ac:spMkLst>
        </pc:spChg>
        <pc:spChg chg="mod">
          <ac:chgData name="Oliver Eyre" userId="a155bfb8-393e-4262-a7e1-a6a5ee5364cf" providerId="ADAL" clId="{5E6B6E74-83B7-4C3E-A027-E167CB70DE76}" dt="2026-05-10T11:19:54.594" v="3505"/>
          <ac:spMkLst>
            <pc:docMk/>
            <pc:sldMk cId="2550164020" sldId="272"/>
            <ac:spMk id="12" creationId="{1F8E487E-FAF4-7D98-3782-B0DCAB3AAD1D}"/>
          </ac:spMkLst>
        </pc:spChg>
        <pc:spChg chg="mod">
          <ac:chgData name="Oliver Eyre" userId="a155bfb8-393e-4262-a7e1-a6a5ee5364cf" providerId="ADAL" clId="{5E6B6E74-83B7-4C3E-A027-E167CB70DE76}" dt="2026-05-10T11:19:54.594" v="3505"/>
          <ac:spMkLst>
            <pc:docMk/>
            <pc:sldMk cId="2550164020" sldId="272"/>
            <ac:spMk id="15" creationId="{87CF016C-2F3A-FFBE-C7CE-0173C5325E57}"/>
          </ac:spMkLst>
        </pc:spChg>
        <pc:spChg chg="mod">
          <ac:chgData name="Oliver Eyre" userId="a155bfb8-393e-4262-a7e1-a6a5ee5364cf" providerId="ADAL" clId="{5E6B6E74-83B7-4C3E-A027-E167CB70DE76}" dt="2026-05-10T11:19:54.594" v="3505"/>
          <ac:spMkLst>
            <pc:docMk/>
            <pc:sldMk cId="2550164020" sldId="272"/>
            <ac:spMk id="16" creationId="{C8B1F1CE-9B6F-B9D9-C034-C7C6766520A1}"/>
          </ac:spMkLst>
        </pc:spChg>
        <pc:spChg chg="mod">
          <ac:chgData name="Oliver Eyre" userId="a155bfb8-393e-4262-a7e1-a6a5ee5364cf" providerId="ADAL" clId="{5E6B6E74-83B7-4C3E-A027-E167CB70DE76}" dt="2026-05-10T11:19:54.594" v="3505"/>
          <ac:spMkLst>
            <pc:docMk/>
            <pc:sldMk cId="2550164020" sldId="272"/>
            <ac:spMk id="18" creationId="{E7B464CC-24EF-7AE3-55B1-482E7964C09C}"/>
          </ac:spMkLst>
        </pc:spChg>
        <pc:grpChg chg="mod">
          <ac:chgData name="Oliver Eyre" userId="a155bfb8-393e-4262-a7e1-a6a5ee5364cf" providerId="ADAL" clId="{5E6B6E74-83B7-4C3E-A027-E167CB70DE76}" dt="2026-05-10T11:20:05.120" v="3508" actId="1076"/>
          <ac:grpSpMkLst>
            <pc:docMk/>
            <pc:sldMk cId="2550164020" sldId="272"/>
            <ac:grpSpMk id="2" creationId="{BF8BFE21-EE2B-CEFF-6903-B67588704352}"/>
          </ac:grpSpMkLst>
        </pc:grpChg>
        <pc:graphicFrameChg chg="mod modGraphic">
          <ac:chgData name="Oliver Eyre" userId="a155bfb8-393e-4262-a7e1-a6a5ee5364cf" providerId="ADAL" clId="{5E6B6E74-83B7-4C3E-A027-E167CB70DE76}" dt="2026-05-10T11:40:37.872" v="3579" actId="12385"/>
          <ac:graphicFrameMkLst>
            <pc:docMk/>
            <pc:sldMk cId="2550164020" sldId="272"/>
            <ac:graphicFrameMk id="4" creationId="{04E89BC2-D8D7-9DCE-D84B-E9BE7A0DB05E}"/>
          </ac:graphicFrameMkLst>
        </pc:graphicFrameChg>
      </pc:sldChg>
      <pc:sldChg chg="addSp delSp modSp mod">
        <pc:chgData name="Oliver Eyre" userId="a155bfb8-393e-4262-a7e1-a6a5ee5364cf" providerId="ADAL" clId="{5E6B6E74-83B7-4C3E-A027-E167CB70DE76}" dt="2026-05-10T11:41:31.085" v="3581" actId="478"/>
        <pc:sldMkLst>
          <pc:docMk/>
          <pc:sldMk cId="2560129162" sldId="273"/>
        </pc:sldMkLst>
        <pc:spChg chg="add del mod">
          <ac:chgData name="Oliver Eyre" userId="a155bfb8-393e-4262-a7e1-a6a5ee5364cf" providerId="ADAL" clId="{5E6B6E74-83B7-4C3E-A027-E167CB70DE76}" dt="2026-05-10T11:22:37.084" v="3535" actId="1076"/>
          <ac:spMkLst>
            <pc:docMk/>
            <pc:sldMk cId="2560129162" sldId="273"/>
            <ac:spMk id="21" creationId="{5391909C-7034-EB5B-7553-5E5C0CE1E669}"/>
          </ac:spMkLst>
        </pc:spChg>
        <pc:spChg chg="mod">
          <ac:chgData name="Oliver Eyre" userId="a155bfb8-393e-4262-a7e1-a6a5ee5364cf" providerId="ADAL" clId="{5E6B6E74-83B7-4C3E-A027-E167CB70DE76}" dt="2026-05-10T11:22:32.897" v="3531"/>
          <ac:spMkLst>
            <pc:docMk/>
            <pc:sldMk cId="2560129162" sldId="273"/>
            <ac:spMk id="25" creationId="{460FC5BA-49C4-9399-0B0F-0A02CBD27E63}"/>
          </ac:spMkLst>
        </pc:spChg>
        <pc:spChg chg="mod">
          <ac:chgData name="Oliver Eyre" userId="a155bfb8-393e-4262-a7e1-a6a5ee5364cf" providerId="ADAL" clId="{5E6B6E74-83B7-4C3E-A027-E167CB70DE76}" dt="2026-05-10T11:22:32.897" v="3531"/>
          <ac:spMkLst>
            <pc:docMk/>
            <pc:sldMk cId="2560129162" sldId="273"/>
            <ac:spMk id="26" creationId="{6F874C2A-66D4-5CAF-F286-D261A24B3D4D}"/>
          </ac:spMkLst>
        </pc:spChg>
        <pc:spChg chg="mod">
          <ac:chgData name="Oliver Eyre" userId="a155bfb8-393e-4262-a7e1-a6a5ee5364cf" providerId="ADAL" clId="{5E6B6E74-83B7-4C3E-A027-E167CB70DE76}" dt="2026-05-10T11:22:32.897" v="3531"/>
          <ac:spMkLst>
            <pc:docMk/>
            <pc:sldMk cId="2560129162" sldId="273"/>
            <ac:spMk id="27" creationId="{20D2AB78-FD30-EE4F-C2A9-6605DBD41B54}"/>
          </ac:spMkLst>
        </pc:spChg>
        <pc:spChg chg="mod">
          <ac:chgData name="Oliver Eyre" userId="a155bfb8-393e-4262-a7e1-a6a5ee5364cf" providerId="ADAL" clId="{5E6B6E74-83B7-4C3E-A027-E167CB70DE76}" dt="2026-05-10T11:22:32.897" v="3531"/>
          <ac:spMkLst>
            <pc:docMk/>
            <pc:sldMk cId="2560129162" sldId="273"/>
            <ac:spMk id="28" creationId="{A38D5D97-D149-FA2E-6DDE-C8BD4FF8324E}"/>
          </ac:spMkLst>
        </pc:spChg>
        <pc:spChg chg="mod">
          <ac:chgData name="Oliver Eyre" userId="a155bfb8-393e-4262-a7e1-a6a5ee5364cf" providerId="ADAL" clId="{5E6B6E74-83B7-4C3E-A027-E167CB70DE76}" dt="2026-05-10T11:22:32.897" v="3531"/>
          <ac:spMkLst>
            <pc:docMk/>
            <pc:sldMk cId="2560129162" sldId="273"/>
            <ac:spMk id="29" creationId="{6D994694-BEC4-A790-66EE-5361C16F8F35}"/>
          </ac:spMkLst>
        </pc:spChg>
        <pc:spChg chg="mod">
          <ac:chgData name="Oliver Eyre" userId="a155bfb8-393e-4262-a7e1-a6a5ee5364cf" providerId="ADAL" clId="{5E6B6E74-83B7-4C3E-A027-E167CB70DE76}" dt="2026-05-10T11:22:32.897" v="3531"/>
          <ac:spMkLst>
            <pc:docMk/>
            <pc:sldMk cId="2560129162" sldId="273"/>
            <ac:spMk id="30" creationId="{DB56A65A-400E-07CC-91B2-C695B38E0B70}"/>
          </ac:spMkLst>
        </pc:spChg>
        <pc:spChg chg="mod">
          <ac:chgData name="Oliver Eyre" userId="a155bfb8-393e-4262-a7e1-a6a5ee5364cf" providerId="ADAL" clId="{5E6B6E74-83B7-4C3E-A027-E167CB70DE76}" dt="2026-05-10T11:22:32.897" v="3531"/>
          <ac:spMkLst>
            <pc:docMk/>
            <pc:sldMk cId="2560129162" sldId="273"/>
            <ac:spMk id="31" creationId="{DF79CCCD-57C3-CD1A-CB81-51CA8C9A74AC}"/>
          </ac:spMkLst>
        </pc:spChg>
        <pc:spChg chg="mod">
          <ac:chgData name="Oliver Eyre" userId="a155bfb8-393e-4262-a7e1-a6a5ee5364cf" providerId="ADAL" clId="{5E6B6E74-83B7-4C3E-A027-E167CB70DE76}" dt="2026-05-10T11:22:32.897" v="3531"/>
          <ac:spMkLst>
            <pc:docMk/>
            <pc:sldMk cId="2560129162" sldId="273"/>
            <ac:spMk id="32" creationId="{7531B9F0-F8BB-F3FD-3DDF-E1DA6E5E58DE}"/>
          </ac:spMkLst>
        </pc:spChg>
        <pc:spChg chg="mod">
          <ac:chgData name="Oliver Eyre" userId="a155bfb8-393e-4262-a7e1-a6a5ee5364cf" providerId="ADAL" clId="{5E6B6E74-83B7-4C3E-A027-E167CB70DE76}" dt="2026-05-10T11:22:32.897" v="3531"/>
          <ac:spMkLst>
            <pc:docMk/>
            <pc:sldMk cId="2560129162" sldId="273"/>
            <ac:spMk id="34" creationId="{61A73712-0420-BE99-8574-CFD961B99C9F}"/>
          </ac:spMkLst>
        </pc:spChg>
        <pc:spChg chg="mod">
          <ac:chgData name="Oliver Eyre" userId="a155bfb8-393e-4262-a7e1-a6a5ee5364cf" providerId="ADAL" clId="{5E6B6E74-83B7-4C3E-A027-E167CB70DE76}" dt="2026-05-10T11:22:32.897" v="3531"/>
          <ac:spMkLst>
            <pc:docMk/>
            <pc:sldMk cId="2560129162" sldId="273"/>
            <ac:spMk id="36" creationId="{E260A08F-C411-A53E-79B4-8D4349FFD6CB}"/>
          </ac:spMkLst>
        </pc:spChg>
        <pc:grpChg chg="mod">
          <ac:chgData name="Oliver Eyre" userId="a155bfb8-393e-4262-a7e1-a6a5ee5364cf" providerId="ADAL" clId="{5E6B6E74-83B7-4C3E-A027-E167CB70DE76}" dt="2026-05-10T11:22:49.981" v="3537" actId="14100"/>
          <ac:grpSpMkLst>
            <pc:docMk/>
            <pc:sldMk cId="2560129162" sldId="273"/>
            <ac:grpSpMk id="22" creationId="{DD85A0C8-1908-935E-FFE7-F797746E45BC}"/>
          </ac:grpSpMkLst>
        </pc:grpChg>
        <pc:graphicFrameChg chg="mod modGraphic">
          <ac:chgData name="Oliver Eyre" userId="a155bfb8-393e-4262-a7e1-a6a5ee5364cf" providerId="ADAL" clId="{5E6B6E74-83B7-4C3E-A027-E167CB70DE76}" dt="2026-05-10T11:22:12.207" v="3529" actId="12385"/>
          <ac:graphicFrameMkLst>
            <pc:docMk/>
            <pc:sldMk cId="2560129162" sldId="273"/>
            <ac:graphicFrameMk id="4" creationId="{826FEBD2-1C15-6C97-8510-95374DB4376F}"/>
          </ac:graphicFrameMkLst>
        </pc:graphicFrameChg>
        <pc:picChg chg="mod">
          <ac:chgData name="Oliver Eyre" userId="a155bfb8-393e-4262-a7e1-a6a5ee5364cf" providerId="ADAL" clId="{5E6B6E74-83B7-4C3E-A027-E167CB70DE76}" dt="2026-05-10T11:20:23.064" v="3511" actId="14100"/>
          <ac:picMkLst>
            <pc:docMk/>
            <pc:sldMk cId="2560129162" sldId="273"/>
            <ac:picMk id="3" creationId="{0093D5F4-1084-49FD-5417-41138200BED8}"/>
          </ac:picMkLst>
        </pc:picChg>
      </pc:sldChg>
      <pc:sldChg chg="addSp delSp modSp mod">
        <pc:chgData name="Oliver Eyre" userId="a155bfb8-393e-4262-a7e1-a6a5ee5364cf" providerId="ADAL" clId="{5E6B6E74-83B7-4C3E-A027-E167CB70DE76}" dt="2026-05-13T19:47:19.641" v="3590" actId="2711"/>
        <pc:sldMkLst>
          <pc:docMk/>
          <pc:sldMk cId="3470434576" sldId="274"/>
        </pc:sldMkLst>
        <pc:spChg chg="mod">
          <ac:chgData name="Oliver Eyre" userId="a155bfb8-393e-4262-a7e1-a6a5ee5364cf" providerId="ADAL" clId="{5E6B6E74-83B7-4C3E-A027-E167CB70DE76}" dt="2026-05-13T19:46:55.753" v="3589" actId="2711"/>
          <ac:spMkLst>
            <pc:docMk/>
            <pc:sldMk cId="3470434576" sldId="274"/>
            <ac:spMk id="7" creationId="{0C9E1601-77FF-55D6-5794-4F5B0DBDA854}"/>
          </ac:spMkLst>
        </pc:spChg>
        <pc:spChg chg="mod">
          <ac:chgData name="Oliver Eyre" userId="a155bfb8-393e-4262-a7e1-a6a5ee5364cf" providerId="ADAL" clId="{5E6B6E74-83B7-4C3E-A027-E167CB70DE76}" dt="2026-05-13T19:46:55.753" v="3589" actId="2711"/>
          <ac:spMkLst>
            <pc:docMk/>
            <pc:sldMk cId="3470434576" sldId="274"/>
            <ac:spMk id="9" creationId="{3DEC8882-8F87-A44C-6D5F-EDC5E686ADC2}"/>
          </ac:spMkLst>
        </pc:spChg>
        <pc:spChg chg="mod">
          <ac:chgData name="Oliver Eyre" userId="a155bfb8-393e-4262-a7e1-a6a5ee5364cf" providerId="ADAL" clId="{5E6B6E74-83B7-4C3E-A027-E167CB70DE76}" dt="2026-05-13T19:46:55.753" v="3589" actId="2711"/>
          <ac:spMkLst>
            <pc:docMk/>
            <pc:sldMk cId="3470434576" sldId="274"/>
            <ac:spMk id="10" creationId="{BB156E9D-2BAB-F20F-594D-73633AB49FED}"/>
          </ac:spMkLst>
        </pc:spChg>
        <pc:spChg chg="mod">
          <ac:chgData name="Oliver Eyre" userId="a155bfb8-393e-4262-a7e1-a6a5ee5364cf" providerId="ADAL" clId="{5E6B6E74-83B7-4C3E-A027-E167CB70DE76}" dt="2026-05-13T19:46:55.753" v="3589" actId="2711"/>
          <ac:spMkLst>
            <pc:docMk/>
            <pc:sldMk cId="3470434576" sldId="274"/>
            <ac:spMk id="11" creationId="{98F17092-97F1-5613-ED9F-80CC6A5C2636}"/>
          </ac:spMkLst>
        </pc:spChg>
        <pc:spChg chg="mod">
          <ac:chgData name="Oliver Eyre" userId="a155bfb8-393e-4262-a7e1-a6a5ee5364cf" providerId="ADAL" clId="{5E6B6E74-83B7-4C3E-A027-E167CB70DE76}" dt="2026-05-13T19:46:55.753" v="3589" actId="2711"/>
          <ac:spMkLst>
            <pc:docMk/>
            <pc:sldMk cId="3470434576" sldId="274"/>
            <ac:spMk id="12" creationId="{2293C8DD-4AC5-9CE0-117B-C92E1632CAD7}"/>
          </ac:spMkLst>
        </pc:spChg>
        <pc:spChg chg="mod">
          <ac:chgData name="Oliver Eyre" userId="a155bfb8-393e-4262-a7e1-a6a5ee5364cf" providerId="ADAL" clId="{5E6B6E74-83B7-4C3E-A027-E167CB70DE76}" dt="2026-05-10T11:18:30.674" v="3488"/>
          <ac:spMkLst>
            <pc:docMk/>
            <pc:sldMk cId="3470434576" sldId="274"/>
            <ac:spMk id="14" creationId="{ED7C2856-5FBB-A308-2872-A0B5D4051296}"/>
          </ac:spMkLst>
        </pc:spChg>
        <pc:spChg chg="mod">
          <ac:chgData name="Oliver Eyre" userId="a155bfb8-393e-4262-a7e1-a6a5ee5364cf" providerId="ADAL" clId="{5E6B6E74-83B7-4C3E-A027-E167CB70DE76}" dt="2026-05-13T19:46:55.753" v="3589" actId="2711"/>
          <ac:spMkLst>
            <pc:docMk/>
            <pc:sldMk cId="3470434576" sldId="274"/>
            <ac:spMk id="15" creationId="{73EB6847-B516-A0D8-C623-35A6BCA17B06}"/>
          </ac:spMkLst>
        </pc:spChg>
        <pc:spChg chg="mod">
          <ac:chgData name="Oliver Eyre" userId="a155bfb8-393e-4262-a7e1-a6a5ee5364cf" providerId="ADAL" clId="{5E6B6E74-83B7-4C3E-A027-E167CB70DE76}" dt="2026-05-10T11:18:30.674" v="3488"/>
          <ac:spMkLst>
            <pc:docMk/>
            <pc:sldMk cId="3470434576" sldId="274"/>
            <ac:spMk id="16" creationId="{18E586B4-1807-784C-B8C1-2E48FF80B817}"/>
          </ac:spMkLst>
        </pc:spChg>
        <pc:spChg chg="mod">
          <ac:chgData name="Oliver Eyre" userId="a155bfb8-393e-4262-a7e1-a6a5ee5364cf" providerId="ADAL" clId="{5E6B6E74-83B7-4C3E-A027-E167CB70DE76}" dt="2026-05-13T19:46:55.753" v="3589" actId="2711"/>
          <ac:spMkLst>
            <pc:docMk/>
            <pc:sldMk cId="3470434576" sldId="274"/>
            <ac:spMk id="18" creationId="{B2E3794B-B3F3-FD6C-1B4C-727BEC0C8B13}"/>
          </ac:spMkLst>
        </pc:spChg>
        <pc:spChg chg="mod">
          <ac:chgData name="Oliver Eyre" userId="a155bfb8-393e-4262-a7e1-a6a5ee5364cf" providerId="ADAL" clId="{5E6B6E74-83B7-4C3E-A027-E167CB70DE76}" dt="2026-05-10T11:18:30.674" v="3488"/>
          <ac:spMkLst>
            <pc:docMk/>
            <pc:sldMk cId="3470434576" sldId="274"/>
            <ac:spMk id="19" creationId="{CE0993B8-29B6-1569-09DF-E259BC01B794}"/>
          </ac:spMkLst>
        </pc:spChg>
        <pc:spChg chg="mod">
          <ac:chgData name="Oliver Eyre" userId="a155bfb8-393e-4262-a7e1-a6a5ee5364cf" providerId="ADAL" clId="{5E6B6E74-83B7-4C3E-A027-E167CB70DE76}" dt="2026-05-13T19:46:55.753" v="3589" actId="2711"/>
          <ac:spMkLst>
            <pc:docMk/>
            <pc:sldMk cId="3470434576" sldId="274"/>
            <ac:spMk id="20" creationId="{DB8A22C5-4F75-5AB6-A4AC-CE27AF997DE0}"/>
          </ac:spMkLst>
        </pc:spChg>
        <pc:spChg chg="mod">
          <ac:chgData name="Oliver Eyre" userId="a155bfb8-393e-4262-a7e1-a6a5ee5364cf" providerId="ADAL" clId="{5E6B6E74-83B7-4C3E-A027-E167CB70DE76}" dt="2026-05-13T19:46:55.753" v="3589" actId="2711"/>
          <ac:spMkLst>
            <pc:docMk/>
            <pc:sldMk cId="3470434576" sldId="274"/>
            <ac:spMk id="21" creationId="{082A8E39-1A89-1343-5842-1E806CFB7437}"/>
          </ac:spMkLst>
        </pc:spChg>
        <pc:spChg chg="mod">
          <ac:chgData name="Oliver Eyre" userId="a155bfb8-393e-4262-a7e1-a6a5ee5364cf" providerId="ADAL" clId="{5E6B6E74-83B7-4C3E-A027-E167CB70DE76}" dt="2026-05-13T19:46:55.753" v="3589" actId="2711"/>
          <ac:spMkLst>
            <pc:docMk/>
            <pc:sldMk cId="3470434576" sldId="274"/>
            <ac:spMk id="22" creationId="{268F43AA-048B-C2D6-BD12-519E174E7DF8}"/>
          </ac:spMkLst>
        </pc:spChg>
        <pc:grpChg chg="mod">
          <ac:chgData name="Oliver Eyre" userId="a155bfb8-393e-4262-a7e1-a6a5ee5364cf" providerId="ADAL" clId="{5E6B6E74-83B7-4C3E-A027-E167CB70DE76}" dt="2026-05-10T11:39:53.852" v="3578" actId="14100"/>
          <ac:grpSpMkLst>
            <pc:docMk/>
            <pc:sldMk cId="3470434576" sldId="274"/>
            <ac:grpSpMk id="6" creationId="{BEB11D16-7633-151C-0427-1EBC79F24187}"/>
          </ac:grpSpMkLst>
        </pc:grpChg>
        <pc:graphicFrameChg chg="mod modGraphic">
          <ac:chgData name="Oliver Eyre" userId="a155bfb8-393e-4262-a7e1-a6a5ee5364cf" providerId="ADAL" clId="{5E6B6E74-83B7-4C3E-A027-E167CB70DE76}" dt="2026-05-13T19:47:19.641" v="3590" actId="2711"/>
          <ac:graphicFrameMkLst>
            <pc:docMk/>
            <pc:sldMk cId="3470434576" sldId="274"/>
            <ac:graphicFrameMk id="4" creationId="{6D3060BD-A57B-D99A-8109-2D049C8E6B36}"/>
          </ac:graphicFrameMkLst>
        </pc:graphicFrameChg>
        <pc:picChg chg="mod">
          <ac:chgData name="Oliver Eyre" userId="a155bfb8-393e-4262-a7e1-a6a5ee5364cf" providerId="ADAL" clId="{5E6B6E74-83B7-4C3E-A027-E167CB70DE76}" dt="2026-05-10T11:17:37.944" v="3477" actId="14100"/>
          <ac:picMkLst>
            <pc:docMk/>
            <pc:sldMk cId="3470434576" sldId="274"/>
            <ac:picMk id="3" creationId="{50CED295-D45C-A40A-A1E9-E2DBE1598F15}"/>
          </ac:picMkLst>
        </pc:picChg>
      </pc:sldChg>
      <pc:sldChg chg="addSp modSp mod">
        <pc:chgData name="Oliver Eyre" userId="a155bfb8-393e-4262-a7e1-a6a5ee5364cf" providerId="ADAL" clId="{5E6B6E74-83B7-4C3E-A027-E167CB70DE76}" dt="2026-05-10T11:25:06.040" v="3552" actId="14100"/>
        <pc:sldMkLst>
          <pc:docMk/>
          <pc:sldMk cId="1247039483" sldId="276"/>
        </pc:sldMkLst>
        <pc:spChg chg="add mod">
          <ac:chgData name="Oliver Eyre" userId="a155bfb8-393e-4262-a7e1-a6a5ee5364cf" providerId="ADAL" clId="{5E6B6E74-83B7-4C3E-A027-E167CB70DE76}" dt="2026-05-10T11:24:40.446" v="3549" actId="14100"/>
          <ac:spMkLst>
            <pc:docMk/>
            <pc:sldMk cId="1247039483" sldId="276"/>
            <ac:spMk id="3" creationId="{FDAEEF22-E21B-855C-BC66-6944FECBEACB}"/>
          </ac:spMkLst>
        </pc:spChg>
        <pc:spChg chg="mod">
          <ac:chgData name="Oliver Eyre" userId="a155bfb8-393e-4262-a7e1-a6a5ee5364cf" providerId="ADAL" clId="{5E6B6E74-83B7-4C3E-A027-E167CB70DE76}" dt="2026-05-10T11:24:53.690" v="3550"/>
          <ac:spMkLst>
            <pc:docMk/>
            <pc:sldMk cId="1247039483" sldId="276"/>
            <ac:spMk id="5" creationId="{3684A799-2C8E-78A8-A4B4-0C169FCCD970}"/>
          </ac:spMkLst>
        </pc:spChg>
        <pc:spChg chg="mod">
          <ac:chgData name="Oliver Eyre" userId="a155bfb8-393e-4262-a7e1-a6a5ee5364cf" providerId="ADAL" clId="{5E6B6E74-83B7-4C3E-A027-E167CB70DE76}" dt="2026-05-10T11:24:53.690" v="3550"/>
          <ac:spMkLst>
            <pc:docMk/>
            <pc:sldMk cId="1247039483" sldId="276"/>
            <ac:spMk id="7" creationId="{4E13EAC2-9F80-2B10-3084-82DBE99CB714}"/>
          </ac:spMkLst>
        </pc:spChg>
        <pc:spChg chg="mod">
          <ac:chgData name="Oliver Eyre" userId="a155bfb8-393e-4262-a7e1-a6a5ee5364cf" providerId="ADAL" clId="{5E6B6E74-83B7-4C3E-A027-E167CB70DE76}" dt="2026-05-10T11:24:53.690" v="3550"/>
          <ac:spMkLst>
            <pc:docMk/>
            <pc:sldMk cId="1247039483" sldId="276"/>
            <ac:spMk id="8" creationId="{F8BF5F20-7DE8-EFEC-02B3-45DD8F0D8720}"/>
          </ac:spMkLst>
        </pc:spChg>
        <pc:spChg chg="mod">
          <ac:chgData name="Oliver Eyre" userId="a155bfb8-393e-4262-a7e1-a6a5ee5364cf" providerId="ADAL" clId="{5E6B6E74-83B7-4C3E-A027-E167CB70DE76}" dt="2026-05-10T11:24:53.690" v="3550"/>
          <ac:spMkLst>
            <pc:docMk/>
            <pc:sldMk cId="1247039483" sldId="276"/>
            <ac:spMk id="10" creationId="{608E2153-DBB6-DC88-3D01-CA888F2DF176}"/>
          </ac:spMkLst>
        </pc:spChg>
        <pc:spChg chg="mod">
          <ac:chgData name="Oliver Eyre" userId="a155bfb8-393e-4262-a7e1-a6a5ee5364cf" providerId="ADAL" clId="{5E6B6E74-83B7-4C3E-A027-E167CB70DE76}" dt="2026-05-10T11:24:53.690" v="3550"/>
          <ac:spMkLst>
            <pc:docMk/>
            <pc:sldMk cId="1247039483" sldId="276"/>
            <ac:spMk id="11" creationId="{6D83C090-AF90-2F66-66B9-8E9E95BEDC13}"/>
          </ac:spMkLst>
        </pc:spChg>
        <pc:spChg chg="mod">
          <ac:chgData name="Oliver Eyre" userId="a155bfb8-393e-4262-a7e1-a6a5ee5364cf" providerId="ADAL" clId="{5E6B6E74-83B7-4C3E-A027-E167CB70DE76}" dt="2026-05-10T11:24:53.690" v="3550"/>
          <ac:spMkLst>
            <pc:docMk/>
            <pc:sldMk cId="1247039483" sldId="276"/>
            <ac:spMk id="14" creationId="{6B6F915B-BAFA-BDD3-6DD6-6AA68642626A}"/>
          </ac:spMkLst>
        </pc:spChg>
        <pc:spChg chg="mod">
          <ac:chgData name="Oliver Eyre" userId="a155bfb8-393e-4262-a7e1-a6a5ee5364cf" providerId="ADAL" clId="{5E6B6E74-83B7-4C3E-A027-E167CB70DE76}" dt="2026-05-10T11:24:53.690" v="3550"/>
          <ac:spMkLst>
            <pc:docMk/>
            <pc:sldMk cId="1247039483" sldId="276"/>
            <ac:spMk id="15" creationId="{23DAF9DB-6429-8234-4306-374542D5D12D}"/>
          </ac:spMkLst>
        </pc:spChg>
        <pc:spChg chg="mod">
          <ac:chgData name="Oliver Eyre" userId="a155bfb8-393e-4262-a7e1-a6a5ee5364cf" providerId="ADAL" clId="{5E6B6E74-83B7-4C3E-A027-E167CB70DE76}" dt="2026-05-10T11:24:53.690" v="3550"/>
          <ac:spMkLst>
            <pc:docMk/>
            <pc:sldMk cId="1247039483" sldId="276"/>
            <ac:spMk id="16" creationId="{00FE76DE-E2E9-AD3C-C8C4-CC50C4D0535C}"/>
          </ac:spMkLst>
        </pc:spChg>
        <pc:spChg chg="mod">
          <ac:chgData name="Oliver Eyre" userId="a155bfb8-393e-4262-a7e1-a6a5ee5364cf" providerId="ADAL" clId="{5E6B6E74-83B7-4C3E-A027-E167CB70DE76}" dt="2026-05-10T11:24:53.690" v="3550"/>
          <ac:spMkLst>
            <pc:docMk/>
            <pc:sldMk cId="1247039483" sldId="276"/>
            <ac:spMk id="17" creationId="{9B57254B-06CD-60B0-C16A-E2B1CA73B75A}"/>
          </ac:spMkLst>
        </pc:spChg>
        <pc:spChg chg="mod">
          <ac:chgData name="Oliver Eyre" userId="a155bfb8-393e-4262-a7e1-a6a5ee5364cf" providerId="ADAL" clId="{5E6B6E74-83B7-4C3E-A027-E167CB70DE76}" dt="2026-05-10T11:24:53.690" v="3550"/>
          <ac:spMkLst>
            <pc:docMk/>
            <pc:sldMk cId="1247039483" sldId="276"/>
            <ac:spMk id="19" creationId="{FBFF216C-CA06-5146-5FBD-5AFE10D3331A}"/>
          </ac:spMkLst>
        </pc:spChg>
        <pc:grpChg chg="mod">
          <ac:chgData name="Oliver Eyre" userId="a155bfb8-393e-4262-a7e1-a6a5ee5364cf" providerId="ADAL" clId="{5E6B6E74-83B7-4C3E-A027-E167CB70DE76}" dt="2026-05-10T11:25:06.040" v="3552" actId="14100"/>
          <ac:grpSpMkLst>
            <pc:docMk/>
            <pc:sldMk cId="1247039483" sldId="276"/>
            <ac:grpSpMk id="4" creationId="{3C332008-5D8C-A7A0-D8F8-1DF08E7AA75C}"/>
          </ac:grpSpMkLst>
        </pc:grpChg>
        <pc:graphicFrameChg chg="mod modGraphic">
          <ac:chgData name="Oliver Eyre" userId="a155bfb8-393e-4262-a7e1-a6a5ee5364cf" providerId="ADAL" clId="{5E6B6E74-83B7-4C3E-A027-E167CB70DE76}" dt="2026-05-10T11:24:27.622" v="3546" actId="14100"/>
          <ac:graphicFrameMkLst>
            <pc:docMk/>
            <pc:sldMk cId="1247039483" sldId="276"/>
            <ac:graphicFrameMk id="2" creationId="{F8A33CD7-97DE-3A53-859B-EEF9F18A48ED}"/>
          </ac:graphicFrameMkLst>
        </pc:graphicFrameChg>
        <pc:picChg chg="mod">
          <ac:chgData name="Oliver Eyre" userId="a155bfb8-393e-4262-a7e1-a6a5ee5364cf" providerId="ADAL" clId="{5E6B6E74-83B7-4C3E-A027-E167CB70DE76}" dt="2026-05-10T11:24:20.532" v="3544" actId="14100"/>
          <ac:picMkLst>
            <pc:docMk/>
            <pc:sldMk cId="1247039483" sldId="276"/>
            <ac:picMk id="6" creationId="{08FCECA4-418B-824D-4C75-62F710A50434}"/>
          </ac:picMkLst>
        </pc:picChg>
      </pc:sldChg>
      <pc:sldChg chg="addSp modSp mod">
        <pc:chgData name="Oliver Eyre" userId="a155bfb8-393e-4262-a7e1-a6a5ee5364cf" providerId="ADAL" clId="{5E6B6E74-83B7-4C3E-A027-E167CB70DE76}" dt="2026-05-10T11:25:51.750" v="3563" actId="1037"/>
        <pc:sldMkLst>
          <pc:docMk/>
          <pc:sldMk cId="67509186" sldId="278"/>
        </pc:sldMkLst>
        <pc:spChg chg="mod">
          <ac:chgData name="Oliver Eyre" userId="a155bfb8-393e-4262-a7e1-a6a5ee5364cf" providerId="ADAL" clId="{5E6B6E74-83B7-4C3E-A027-E167CB70DE76}" dt="2026-05-10T11:25:39.280" v="3557"/>
          <ac:spMkLst>
            <pc:docMk/>
            <pc:sldMk cId="67509186" sldId="278"/>
            <ac:spMk id="6" creationId="{7E539B5E-6155-26FD-B55D-7FEA59F5DB0F}"/>
          </ac:spMkLst>
        </pc:spChg>
        <pc:spChg chg="mod">
          <ac:chgData name="Oliver Eyre" userId="a155bfb8-393e-4262-a7e1-a6a5ee5364cf" providerId="ADAL" clId="{5E6B6E74-83B7-4C3E-A027-E167CB70DE76}" dt="2026-05-10T11:25:39.280" v="3557"/>
          <ac:spMkLst>
            <pc:docMk/>
            <pc:sldMk cId="67509186" sldId="278"/>
            <ac:spMk id="9" creationId="{25312345-5716-4AAF-9EBF-39AD5B1F8C30}"/>
          </ac:spMkLst>
        </pc:spChg>
        <pc:spChg chg="mod">
          <ac:chgData name="Oliver Eyre" userId="a155bfb8-393e-4262-a7e1-a6a5ee5364cf" providerId="ADAL" clId="{5E6B6E74-83B7-4C3E-A027-E167CB70DE76}" dt="2026-05-10T11:25:39.280" v="3557"/>
          <ac:spMkLst>
            <pc:docMk/>
            <pc:sldMk cId="67509186" sldId="278"/>
            <ac:spMk id="10" creationId="{AE90719D-5240-4EB5-6650-753F7048F651}"/>
          </ac:spMkLst>
        </pc:spChg>
        <pc:spChg chg="mod">
          <ac:chgData name="Oliver Eyre" userId="a155bfb8-393e-4262-a7e1-a6a5ee5364cf" providerId="ADAL" clId="{5E6B6E74-83B7-4C3E-A027-E167CB70DE76}" dt="2026-05-10T11:25:39.280" v="3557"/>
          <ac:spMkLst>
            <pc:docMk/>
            <pc:sldMk cId="67509186" sldId="278"/>
            <ac:spMk id="11" creationId="{28D145A4-F2A6-1F6E-3ACE-8C1D7C2106F3}"/>
          </ac:spMkLst>
        </pc:spChg>
        <pc:spChg chg="mod">
          <ac:chgData name="Oliver Eyre" userId="a155bfb8-393e-4262-a7e1-a6a5ee5364cf" providerId="ADAL" clId="{5E6B6E74-83B7-4C3E-A027-E167CB70DE76}" dt="2026-05-10T11:25:39.280" v="3557"/>
          <ac:spMkLst>
            <pc:docMk/>
            <pc:sldMk cId="67509186" sldId="278"/>
            <ac:spMk id="12" creationId="{1FC9B5A8-9694-88E9-CECA-99B780B9BE41}"/>
          </ac:spMkLst>
        </pc:spChg>
        <pc:spChg chg="mod">
          <ac:chgData name="Oliver Eyre" userId="a155bfb8-393e-4262-a7e1-a6a5ee5364cf" providerId="ADAL" clId="{5E6B6E74-83B7-4C3E-A027-E167CB70DE76}" dt="2026-05-10T11:25:39.280" v="3557"/>
          <ac:spMkLst>
            <pc:docMk/>
            <pc:sldMk cId="67509186" sldId="278"/>
            <ac:spMk id="13" creationId="{5F89C9E6-0259-0E82-4062-A1F5F1EA714E}"/>
          </ac:spMkLst>
        </pc:spChg>
        <pc:spChg chg="mod">
          <ac:chgData name="Oliver Eyre" userId="a155bfb8-393e-4262-a7e1-a6a5ee5364cf" providerId="ADAL" clId="{5E6B6E74-83B7-4C3E-A027-E167CB70DE76}" dt="2026-05-10T11:25:39.280" v="3557"/>
          <ac:spMkLst>
            <pc:docMk/>
            <pc:sldMk cId="67509186" sldId="278"/>
            <ac:spMk id="14" creationId="{C45E6D57-72EB-5329-4BF5-3131FEC1BD5B}"/>
          </ac:spMkLst>
        </pc:spChg>
        <pc:spChg chg="mod">
          <ac:chgData name="Oliver Eyre" userId="a155bfb8-393e-4262-a7e1-a6a5ee5364cf" providerId="ADAL" clId="{5E6B6E74-83B7-4C3E-A027-E167CB70DE76}" dt="2026-05-10T11:25:39.280" v="3557"/>
          <ac:spMkLst>
            <pc:docMk/>
            <pc:sldMk cId="67509186" sldId="278"/>
            <ac:spMk id="15" creationId="{D049E5F6-710D-A787-B5A5-0D9370003A8B}"/>
          </ac:spMkLst>
        </pc:spChg>
        <pc:spChg chg="mod">
          <ac:chgData name="Oliver Eyre" userId="a155bfb8-393e-4262-a7e1-a6a5ee5364cf" providerId="ADAL" clId="{5E6B6E74-83B7-4C3E-A027-E167CB70DE76}" dt="2026-05-10T11:25:39.280" v="3557"/>
          <ac:spMkLst>
            <pc:docMk/>
            <pc:sldMk cId="67509186" sldId="278"/>
            <ac:spMk id="16" creationId="{D3710545-C6CD-403A-54A6-EE7C495B1345}"/>
          </ac:spMkLst>
        </pc:spChg>
        <pc:spChg chg="mod">
          <ac:chgData name="Oliver Eyre" userId="a155bfb8-393e-4262-a7e1-a6a5ee5364cf" providerId="ADAL" clId="{5E6B6E74-83B7-4C3E-A027-E167CB70DE76}" dt="2026-05-10T11:25:39.280" v="3557"/>
          <ac:spMkLst>
            <pc:docMk/>
            <pc:sldMk cId="67509186" sldId="278"/>
            <ac:spMk id="17" creationId="{85E4B73B-92A9-D5B4-7237-2CC360BD1CB6}"/>
          </ac:spMkLst>
        </pc:spChg>
        <pc:grpChg chg="mod">
          <ac:chgData name="Oliver Eyre" userId="a155bfb8-393e-4262-a7e1-a6a5ee5364cf" providerId="ADAL" clId="{5E6B6E74-83B7-4C3E-A027-E167CB70DE76}" dt="2026-05-10T11:25:51.750" v="3563" actId="1037"/>
          <ac:grpSpMkLst>
            <pc:docMk/>
            <pc:sldMk cId="67509186" sldId="278"/>
            <ac:grpSpMk id="2" creationId="{24FF2DD2-017A-65AA-D7F7-42A79D840AC9}"/>
          </ac:grpSpMkLst>
        </pc:grpChg>
        <pc:graphicFrameChg chg="mod modGraphic">
          <ac:chgData name="Oliver Eyre" userId="a155bfb8-393e-4262-a7e1-a6a5ee5364cf" providerId="ADAL" clId="{5E6B6E74-83B7-4C3E-A027-E167CB70DE76}" dt="2026-05-10T11:25:35.780" v="3556" actId="14100"/>
          <ac:graphicFrameMkLst>
            <pc:docMk/>
            <pc:sldMk cId="67509186" sldId="278"/>
            <ac:graphicFrameMk id="4" creationId="{0BB8101D-B799-7FBC-BCDD-63E27C46AE2B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4A030-1E19-863C-7601-DFF862C8EC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809BAF-F8A0-13AB-4B3A-3DBA22F6CA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0499C9-0A95-BB26-FC72-4BF75408C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F2C54-C382-4970-8272-6A2329863BCB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BD46D8-CDAD-D427-DBB7-54C0E2450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43D29E-CDA6-9301-4089-1AC1B8C6D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011A6-0C0B-4C4F-B8DB-12FFEE0C85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4445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A08B9-CFDA-4001-F9B3-86DE2B3D3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AE80AD-0B88-DF46-38FA-B69882C054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A5C6BB-59D1-54FE-D3E3-BCB62BD7A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F2C54-C382-4970-8272-6A2329863BCB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5AF64-FDB2-0BFE-2AFE-C4BF7D04E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F4698B-FF68-3993-3786-9FC9448A9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011A6-0C0B-4C4F-B8DB-12FFEE0C85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7671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F61B0-7E67-778A-5810-24F51A0F1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9AAEDB-6272-3073-994C-9A4CB6364D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F777F6-6F64-7D5D-481A-C5C806CB2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F2C54-C382-4970-8272-6A2329863BCB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D155EA-C913-CD5C-AECA-764066460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C66F64-FE12-DBD0-A4FF-7417DD038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011A6-0C0B-4C4F-B8DB-12FFEE0C85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9338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C0D31-536C-B081-9B50-5421A32DC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A7E3D8-228F-35C9-67D6-4D82E269F8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D39EEE-511B-5371-D3BD-B0941BDA6F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350B68-025B-6B6B-969A-572CC14A2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F2C54-C382-4970-8272-6A2329863BCB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9EE621-92BF-B8EF-146A-1AEB8320B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ED28FC-D6F5-01AC-712C-B199B118D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011A6-0C0B-4C4F-B8DB-12FFEE0C85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2728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E5D62-15F4-B088-9218-35B167B53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A57F33-2C8C-ABEE-7EB2-58457E68A8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832EF0-AC4E-2E0D-8D0F-FAD6D40CD7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8E1EBD-F16D-D897-8F81-DAA04E2DB9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17CE4F-245A-CC25-392F-8270CBEE66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471E98-9C96-E5A9-0827-F59B437F2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F2C54-C382-4970-8272-6A2329863BCB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20A37A-97ED-1C52-62DC-6FD085186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6AC849-24AB-CDD7-C41C-5EDBF1357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011A6-0C0B-4C4F-B8DB-12FFEE0C85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5247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58B3D-2016-2724-F0F4-E578E12B7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6B5B5C-F9E2-AC3A-FADF-D1C42A878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F2C54-C382-4970-8272-6A2329863BCB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77C7AD-4291-D44A-E7B3-E7B8517EF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D5D920-5F25-AD83-283C-5B1F3C54C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011A6-0C0B-4C4F-B8DB-12FFEE0C85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2830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7CA659-9F9B-DC53-B2B7-679757528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F2C54-C382-4970-8272-6A2329863BCB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D1C48D-95E1-6B54-9385-0C703B496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17E673-AA22-A5A1-8667-A13A438F6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011A6-0C0B-4C4F-B8DB-12FFEE0C85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6807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1FFBB-5E5E-8594-475B-0C99DB4FD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2BD2FC-38DA-CA7D-866F-D7B06FDB29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FDF395-D516-2FEC-32F4-F52E83BB73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BD0FC4-B37D-BF88-676B-844ED08D5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F2C54-C382-4970-8272-6A2329863BCB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AA5F39-EB2B-499A-CC03-EBC0AD412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C39A1A-B491-ADEC-34A1-B28FE1625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011A6-0C0B-4C4F-B8DB-12FFEE0C85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8276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22817-AFE8-8ADF-506E-676898366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BBEF0F-7AAF-BA1F-2699-17BF74EB99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BD72BA-34F6-1515-8D7F-977F0EAAB3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1C635B-69DB-D655-0A0E-B6CF907D7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F2C54-C382-4970-8272-6A2329863BCB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F13B72-2EDB-F7E4-1257-F2231021E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1D84B5-951B-0AA9-CF6A-068705D9E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011A6-0C0B-4C4F-B8DB-12FFEE0C85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7065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41B18-A3A2-5E0F-C72B-B0E9CCD17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F5E367-FB20-97E0-90C8-7C95597A3E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91E4A5-6ADC-B14D-DA37-EDE447B8D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F2C54-C382-4970-8272-6A2329863BCB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3FBE50-8851-FF2B-BD21-32E990917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9E57AF-45EB-E878-C1F7-A2F185E6B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011A6-0C0B-4C4F-B8DB-12FFEE0C85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0500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A32C2A-D9F7-30D0-8E62-D09CD2AB87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05EA70-922A-5D36-DF88-3290E6F326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605B5D-F458-2A6A-295F-2E0A49E99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F2C54-C382-4970-8272-6A2329863BCB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70B153-CD6F-BE80-FBC6-23AEFEDD9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70502-E0EB-23E1-92F9-DCF328C06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011A6-0C0B-4C4F-B8DB-12FFEE0C85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0159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E5ED0D-23B4-5D4D-4D4B-D6EA5B62C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115BA3-4F96-91F8-7E66-BE6A4E9903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E8D197-69CF-B756-CF1B-46B44C68BB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0F2C54-C382-4970-8272-6A2329863BCB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AAF7C7-549F-D6AE-F6B0-DCF07853C5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A124F7-0F04-F571-58AA-B017A341A2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7011A6-0C0B-4C4F-B8DB-12FFEE0C85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6105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6E850-1C6B-426C-7470-FD94E2E873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Ollie’s Genotyping Results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F0A2AA-260C-7480-D98B-1C5C66F65D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30.01.2026</a:t>
            </a:r>
          </a:p>
        </p:txBody>
      </p:sp>
    </p:spTree>
    <p:extLst>
      <p:ext uri="{BB962C8B-B14F-4D97-AF65-F5344CB8AC3E}">
        <p14:creationId xmlns:p14="http://schemas.microsoft.com/office/powerpoint/2010/main" val="13151661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5200B-FD5C-33BA-03CA-DE965B3EF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PCO5FW/PCO5RV – PCO5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FFE823-3EB8-7819-302B-D8059AF2C8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Brown</a:t>
            </a:r>
          </a:p>
        </p:txBody>
      </p:sp>
    </p:spTree>
    <p:extLst>
      <p:ext uri="{BB962C8B-B14F-4D97-AF65-F5344CB8AC3E}">
        <p14:creationId xmlns:p14="http://schemas.microsoft.com/office/powerpoint/2010/main" val="35857735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012873-D439-4A7F-6FBA-D7DBA4C819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31" t="28499" r="5987" b="22411"/>
          <a:stretch>
            <a:fillRect/>
          </a:stretch>
        </p:blipFill>
        <p:spPr>
          <a:xfrm>
            <a:off x="640080" y="2162629"/>
            <a:ext cx="10782500" cy="2937692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517852D-4E54-E67F-4FC7-D6A58181F0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4495511"/>
              </p:ext>
            </p:extLst>
          </p:nvPr>
        </p:nvGraphicFramePr>
        <p:xfrm>
          <a:off x="1238814" y="2162629"/>
          <a:ext cx="979593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6531">
                  <a:extLst>
                    <a:ext uri="{9D8B030D-6E8A-4147-A177-3AD203B41FA5}">
                      <a16:colId xmlns:a16="http://schemas.microsoft.com/office/drawing/2014/main" val="1268126031"/>
                    </a:ext>
                  </a:extLst>
                </a:gridCol>
                <a:gridCol w="326531">
                  <a:extLst>
                    <a:ext uri="{9D8B030D-6E8A-4147-A177-3AD203B41FA5}">
                      <a16:colId xmlns:a16="http://schemas.microsoft.com/office/drawing/2014/main" val="485937834"/>
                    </a:ext>
                  </a:extLst>
                </a:gridCol>
                <a:gridCol w="326531">
                  <a:extLst>
                    <a:ext uri="{9D8B030D-6E8A-4147-A177-3AD203B41FA5}">
                      <a16:colId xmlns:a16="http://schemas.microsoft.com/office/drawing/2014/main" val="2779307826"/>
                    </a:ext>
                  </a:extLst>
                </a:gridCol>
                <a:gridCol w="326531">
                  <a:extLst>
                    <a:ext uri="{9D8B030D-6E8A-4147-A177-3AD203B41FA5}">
                      <a16:colId xmlns:a16="http://schemas.microsoft.com/office/drawing/2014/main" val="855132746"/>
                    </a:ext>
                  </a:extLst>
                </a:gridCol>
                <a:gridCol w="326531">
                  <a:extLst>
                    <a:ext uri="{9D8B030D-6E8A-4147-A177-3AD203B41FA5}">
                      <a16:colId xmlns:a16="http://schemas.microsoft.com/office/drawing/2014/main" val="1128624298"/>
                    </a:ext>
                  </a:extLst>
                </a:gridCol>
                <a:gridCol w="326531">
                  <a:extLst>
                    <a:ext uri="{9D8B030D-6E8A-4147-A177-3AD203B41FA5}">
                      <a16:colId xmlns:a16="http://schemas.microsoft.com/office/drawing/2014/main" val="693693341"/>
                    </a:ext>
                  </a:extLst>
                </a:gridCol>
                <a:gridCol w="326531">
                  <a:extLst>
                    <a:ext uri="{9D8B030D-6E8A-4147-A177-3AD203B41FA5}">
                      <a16:colId xmlns:a16="http://schemas.microsoft.com/office/drawing/2014/main" val="2888480419"/>
                    </a:ext>
                  </a:extLst>
                </a:gridCol>
                <a:gridCol w="326531">
                  <a:extLst>
                    <a:ext uri="{9D8B030D-6E8A-4147-A177-3AD203B41FA5}">
                      <a16:colId xmlns:a16="http://schemas.microsoft.com/office/drawing/2014/main" val="71637043"/>
                    </a:ext>
                  </a:extLst>
                </a:gridCol>
                <a:gridCol w="326531">
                  <a:extLst>
                    <a:ext uri="{9D8B030D-6E8A-4147-A177-3AD203B41FA5}">
                      <a16:colId xmlns:a16="http://schemas.microsoft.com/office/drawing/2014/main" val="2420408733"/>
                    </a:ext>
                  </a:extLst>
                </a:gridCol>
                <a:gridCol w="326531">
                  <a:extLst>
                    <a:ext uri="{9D8B030D-6E8A-4147-A177-3AD203B41FA5}">
                      <a16:colId xmlns:a16="http://schemas.microsoft.com/office/drawing/2014/main" val="1241988363"/>
                    </a:ext>
                  </a:extLst>
                </a:gridCol>
                <a:gridCol w="326531">
                  <a:extLst>
                    <a:ext uri="{9D8B030D-6E8A-4147-A177-3AD203B41FA5}">
                      <a16:colId xmlns:a16="http://schemas.microsoft.com/office/drawing/2014/main" val="2453961184"/>
                    </a:ext>
                  </a:extLst>
                </a:gridCol>
                <a:gridCol w="326531">
                  <a:extLst>
                    <a:ext uri="{9D8B030D-6E8A-4147-A177-3AD203B41FA5}">
                      <a16:colId xmlns:a16="http://schemas.microsoft.com/office/drawing/2014/main" val="3677694233"/>
                    </a:ext>
                  </a:extLst>
                </a:gridCol>
                <a:gridCol w="326531">
                  <a:extLst>
                    <a:ext uri="{9D8B030D-6E8A-4147-A177-3AD203B41FA5}">
                      <a16:colId xmlns:a16="http://schemas.microsoft.com/office/drawing/2014/main" val="126245891"/>
                    </a:ext>
                  </a:extLst>
                </a:gridCol>
                <a:gridCol w="326531">
                  <a:extLst>
                    <a:ext uri="{9D8B030D-6E8A-4147-A177-3AD203B41FA5}">
                      <a16:colId xmlns:a16="http://schemas.microsoft.com/office/drawing/2014/main" val="3684739717"/>
                    </a:ext>
                  </a:extLst>
                </a:gridCol>
                <a:gridCol w="326531">
                  <a:extLst>
                    <a:ext uri="{9D8B030D-6E8A-4147-A177-3AD203B41FA5}">
                      <a16:colId xmlns:a16="http://schemas.microsoft.com/office/drawing/2014/main" val="525925727"/>
                    </a:ext>
                  </a:extLst>
                </a:gridCol>
                <a:gridCol w="326531">
                  <a:extLst>
                    <a:ext uri="{9D8B030D-6E8A-4147-A177-3AD203B41FA5}">
                      <a16:colId xmlns:a16="http://schemas.microsoft.com/office/drawing/2014/main" val="2915848907"/>
                    </a:ext>
                  </a:extLst>
                </a:gridCol>
                <a:gridCol w="326531">
                  <a:extLst>
                    <a:ext uri="{9D8B030D-6E8A-4147-A177-3AD203B41FA5}">
                      <a16:colId xmlns:a16="http://schemas.microsoft.com/office/drawing/2014/main" val="4050947135"/>
                    </a:ext>
                  </a:extLst>
                </a:gridCol>
                <a:gridCol w="326531">
                  <a:extLst>
                    <a:ext uri="{9D8B030D-6E8A-4147-A177-3AD203B41FA5}">
                      <a16:colId xmlns:a16="http://schemas.microsoft.com/office/drawing/2014/main" val="678393952"/>
                    </a:ext>
                  </a:extLst>
                </a:gridCol>
                <a:gridCol w="326531">
                  <a:extLst>
                    <a:ext uri="{9D8B030D-6E8A-4147-A177-3AD203B41FA5}">
                      <a16:colId xmlns:a16="http://schemas.microsoft.com/office/drawing/2014/main" val="2896823909"/>
                    </a:ext>
                  </a:extLst>
                </a:gridCol>
                <a:gridCol w="326531">
                  <a:extLst>
                    <a:ext uri="{9D8B030D-6E8A-4147-A177-3AD203B41FA5}">
                      <a16:colId xmlns:a16="http://schemas.microsoft.com/office/drawing/2014/main" val="402945028"/>
                    </a:ext>
                  </a:extLst>
                </a:gridCol>
                <a:gridCol w="326531">
                  <a:extLst>
                    <a:ext uri="{9D8B030D-6E8A-4147-A177-3AD203B41FA5}">
                      <a16:colId xmlns:a16="http://schemas.microsoft.com/office/drawing/2014/main" val="4292941173"/>
                    </a:ext>
                  </a:extLst>
                </a:gridCol>
                <a:gridCol w="326531">
                  <a:extLst>
                    <a:ext uri="{9D8B030D-6E8A-4147-A177-3AD203B41FA5}">
                      <a16:colId xmlns:a16="http://schemas.microsoft.com/office/drawing/2014/main" val="1510442874"/>
                    </a:ext>
                  </a:extLst>
                </a:gridCol>
                <a:gridCol w="326531">
                  <a:extLst>
                    <a:ext uri="{9D8B030D-6E8A-4147-A177-3AD203B41FA5}">
                      <a16:colId xmlns:a16="http://schemas.microsoft.com/office/drawing/2014/main" val="710604975"/>
                    </a:ext>
                  </a:extLst>
                </a:gridCol>
                <a:gridCol w="326531">
                  <a:extLst>
                    <a:ext uri="{9D8B030D-6E8A-4147-A177-3AD203B41FA5}">
                      <a16:colId xmlns:a16="http://schemas.microsoft.com/office/drawing/2014/main" val="2204587768"/>
                    </a:ext>
                  </a:extLst>
                </a:gridCol>
                <a:gridCol w="326531">
                  <a:extLst>
                    <a:ext uri="{9D8B030D-6E8A-4147-A177-3AD203B41FA5}">
                      <a16:colId xmlns:a16="http://schemas.microsoft.com/office/drawing/2014/main" val="1902217065"/>
                    </a:ext>
                  </a:extLst>
                </a:gridCol>
                <a:gridCol w="326531">
                  <a:extLst>
                    <a:ext uri="{9D8B030D-6E8A-4147-A177-3AD203B41FA5}">
                      <a16:colId xmlns:a16="http://schemas.microsoft.com/office/drawing/2014/main" val="1493703028"/>
                    </a:ext>
                  </a:extLst>
                </a:gridCol>
                <a:gridCol w="326531">
                  <a:extLst>
                    <a:ext uri="{9D8B030D-6E8A-4147-A177-3AD203B41FA5}">
                      <a16:colId xmlns:a16="http://schemas.microsoft.com/office/drawing/2014/main" val="531202636"/>
                    </a:ext>
                  </a:extLst>
                </a:gridCol>
                <a:gridCol w="326531">
                  <a:extLst>
                    <a:ext uri="{9D8B030D-6E8A-4147-A177-3AD203B41FA5}">
                      <a16:colId xmlns:a16="http://schemas.microsoft.com/office/drawing/2014/main" val="1883292255"/>
                    </a:ext>
                  </a:extLst>
                </a:gridCol>
                <a:gridCol w="326531">
                  <a:extLst>
                    <a:ext uri="{9D8B030D-6E8A-4147-A177-3AD203B41FA5}">
                      <a16:colId xmlns:a16="http://schemas.microsoft.com/office/drawing/2014/main" val="1399948600"/>
                    </a:ext>
                  </a:extLst>
                </a:gridCol>
                <a:gridCol w="326531">
                  <a:extLst>
                    <a:ext uri="{9D8B030D-6E8A-4147-A177-3AD203B41FA5}">
                      <a16:colId xmlns:a16="http://schemas.microsoft.com/office/drawing/2014/main" val="913424425"/>
                    </a:ext>
                  </a:extLst>
                </a:gridCol>
              </a:tblGrid>
              <a:tr h="315687">
                <a:tc>
                  <a:txBody>
                    <a:bodyPr/>
                    <a:lstStyle/>
                    <a:p>
                      <a:r>
                        <a:rPr lang="en-GB" sz="7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Ladder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Col-0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  <a:p>
                      <a:r>
                        <a:rPr lang="en-GB" sz="8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Gc-4-1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Gc-3-1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Gc-1-8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Gc-1-9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Gc-7-1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Gc-8-1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Gc-8-2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Gc-1-12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Gc-1-13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Gc-1-15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Gc-5-1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Gc-3-2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Gc-1-16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Gc-5-2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Pp-7-1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Pp-7-2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Pp-7-3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Pp-7-4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Pp-7-5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Pp-7-6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Pp-7-7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Pp-7-8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Pp-7-9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Pp-7-10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Pp-7-11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Pp-7-12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Pp-7-13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0721177"/>
                  </a:ext>
                </a:extLst>
              </a:tr>
            </a:tbl>
          </a:graphicData>
        </a:graphic>
      </p:graphicFrame>
      <p:grpSp>
        <p:nvGrpSpPr>
          <p:cNvPr id="20" name="Group 19">
            <a:extLst>
              <a:ext uri="{FF2B5EF4-FFF2-40B4-BE49-F238E27FC236}">
                <a16:creationId xmlns:a16="http://schemas.microsoft.com/office/drawing/2014/main" id="{7F07111C-062C-648C-CBA6-DE7EFEEE1292}"/>
              </a:ext>
            </a:extLst>
          </p:cNvPr>
          <p:cNvGrpSpPr/>
          <p:nvPr/>
        </p:nvGrpSpPr>
        <p:grpSpPr>
          <a:xfrm>
            <a:off x="716080" y="2619829"/>
            <a:ext cx="522734" cy="2223104"/>
            <a:chOff x="716080" y="2619829"/>
            <a:chExt cx="522734" cy="222310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9E2813F-F39F-0317-4273-A8DE531FDC9E}"/>
                </a:ext>
              </a:extLst>
            </p:cNvPr>
            <p:cNvSpPr txBox="1"/>
            <p:nvPr/>
          </p:nvSpPr>
          <p:spPr>
            <a:xfrm>
              <a:off x="769420" y="4658723"/>
              <a:ext cx="469394" cy="184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250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25B070E-52E1-AFE3-A7F7-9B83F5AD584F}"/>
                </a:ext>
              </a:extLst>
            </p:cNvPr>
            <p:cNvSpPr txBox="1"/>
            <p:nvPr/>
          </p:nvSpPr>
          <p:spPr>
            <a:xfrm>
              <a:off x="769420" y="4355437"/>
              <a:ext cx="469394" cy="184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500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D2A31D2-4329-5407-2076-E17214EC8E7B}"/>
                </a:ext>
              </a:extLst>
            </p:cNvPr>
            <p:cNvSpPr txBox="1"/>
            <p:nvPr/>
          </p:nvSpPr>
          <p:spPr>
            <a:xfrm>
              <a:off x="769420" y="4102859"/>
              <a:ext cx="469394" cy="1896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750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6229792-07EC-A02B-7037-1593837FB841}"/>
                </a:ext>
              </a:extLst>
            </p:cNvPr>
            <p:cNvSpPr txBox="1"/>
            <p:nvPr/>
          </p:nvSpPr>
          <p:spPr>
            <a:xfrm>
              <a:off x="769420" y="3659824"/>
              <a:ext cx="469394" cy="184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1500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8223C46-5040-9947-9AE3-5B8B96902109}"/>
                </a:ext>
              </a:extLst>
            </p:cNvPr>
            <p:cNvSpPr txBox="1"/>
            <p:nvPr/>
          </p:nvSpPr>
          <p:spPr>
            <a:xfrm>
              <a:off x="769420" y="3450399"/>
              <a:ext cx="469394" cy="184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2000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B39F4B2-2084-7F59-2E6E-C76E39BB5835}"/>
                </a:ext>
              </a:extLst>
            </p:cNvPr>
            <p:cNvSpPr txBox="1"/>
            <p:nvPr/>
          </p:nvSpPr>
          <p:spPr>
            <a:xfrm>
              <a:off x="769420" y="3293643"/>
              <a:ext cx="469394" cy="184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2500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22DA3C1-D60E-EBCC-A4C0-62057908FEE9}"/>
                </a:ext>
              </a:extLst>
            </p:cNvPr>
            <p:cNvSpPr txBox="1"/>
            <p:nvPr/>
          </p:nvSpPr>
          <p:spPr>
            <a:xfrm>
              <a:off x="769420" y="3183708"/>
              <a:ext cx="46939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b="1" dirty="0">
                  <a:solidFill>
                    <a:schemeClr val="bg1"/>
                  </a:solidFill>
                </a:rPr>
                <a:t>3000</a:t>
              </a:r>
              <a:endParaRPr lang="en-GB" sz="900" dirty="0">
                <a:solidFill>
                  <a:schemeClr val="bg1"/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540739D-0A13-35EB-FC07-E652780B7F92}"/>
                </a:ext>
              </a:extLst>
            </p:cNvPr>
            <p:cNvSpPr txBox="1"/>
            <p:nvPr/>
          </p:nvSpPr>
          <p:spPr>
            <a:xfrm>
              <a:off x="769420" y="3091603"/>
              <a:ext cx="469394" cy="184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3500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9A318BA-99A3-9FE3-F69F-7ED87A37D49B}"/>
                </a:ext>
              </a:extLst>
            </p:cNvPr>
            <p:cNvSpPr txBox="1"/>
            <p:nvPr/>
          </p:nvSpPr>
          <p:spPr>
            <a:xfrm>
              <a:off x="769420" y="2999657"/>
              <a:ext cx="469394" cy="184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4000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8B73F46-F7E2-44AF-6CBD-8D67B5914E00}"/>
                </a:ext>
              </a:extLst>
            </p:cNvPr>
            <p:cNvSpPr txBox="1"/>
            <p:nvPr/>
          </p:nvSpPr>
          <p:spPr>
            <a:xfrm>
              <a:off x="769420" y="2883422"/>
              <a:ext cx="469394" cy="184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5000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29BD3C0-A0FD-40CC-3394-C216D3F53AAE}"/>
                </a:ext>
              </a:extLst>
            </p:cNvPr>
            <p:cNvSpPr txBox="1"/>
            <p:nvPr/>
          </p:nvSpPr>
          <p:spPr>
            <a:xfrm>
              <a:off x="769420" y="2788476"/>
              <a:ext cx="46939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b="1" dirty="0">
                  <a:solidFill>
                    <a:schemeClr val="bg1"/>
                  </a:solidFill>
                </a:rPr>
                <a:t>6000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5D37480-3244-9CA9-0FB4-46E926F74B83}"/>
                </a:ext>
              </a:extLst>
            </p:cNvPr>
            <p:cNvSpPr txBox="1"/>
            <p:nvPr/>
          </p:nvSpPr>
          <p:spPr>
            <a:xfrm>
              <a:off x="769420" y="2698145"/>
              <a:ext cx="469394" cy="184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8000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784BB62-F247-EA2D-D580-AF65A907CEA5}"/>
                </a:ext>
              </a:extLst>
            </p:cNvPr>
            <p:cNvSpPr txBox="1"/>
            <p:nvPr/>
          </p:nvSpPr>
          <p:spPr>
            <a:xfrm>
              <a:off x="716080" y="2619829"/>
              <a:ext cx="522734" cy="184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10000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AF7F683-3FF7-EB97-F436-6B8A62B59F94}"/>
                </a:ext>
              </a:extLst>
            </p:cNvPr>
            <p:cNvSpPr txBox="1"/>
            <p:nvPr/>
          </p:nvSpPr>
          <p:spPr>
            <a:xfrm>
              <a:off x="769420" y="3937896"/>
              <a:ext cx="46939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b="1" dirty="0">
                  <a:solidFill>
                    <a:schemeClr val="bg1"/>
                  </a:solidFill>
                </a:rPr>
                <a:t>1000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92875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BEDD4A-DE9A-2192-96F5-7D3248922E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68" y="1076960"/>
            <a:ext cx="11983673" cy="4683759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38237C0-CC0A-11A8-FD6A-BE6EECD780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3713641"/>
              </p:ext>
            </p:extLst>
          </p:nvPr>
        </p:nvGraphicFramePr>
        <p:xfrm>
          <a:off x="486239" y="1191381"/>
          <a:ext cx="11167530" cy="335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7615">
                  <a:extLst>
                    <a:ext uri="{9D8B030D-6E8A-4147-A177-3AD203B41FA5}">
                      <a16:colId xmlns:a16="http://schemas.microsoft.com/office/drawing/2014/main" val="2308024189"/>
                    </a:ext>
                  </a:extLst>
                </a:gridCol>
                <a:gridCol w="507615">
                  <a:extLst>
                    <a:ext uri="{9D8B030D-6E8A-4147-A177-3AD203B41FA5}">
                      <a16:colId xmlns:a16="http://schemas.microsoft.com/office/drawing/2014/main" val="776062959"/>
                    </a:ext>
                  </a:extLst>
                </a:gridCol>
                <a:gridCol w="507615">
                  <a:extLst>
                    <a:ext uri="{9D8B030D-6E8A-4147-A177-3AD203B41FA5}">
                      <a16:colId xmlns:a16="http://schemas.microsoft.com/office/drawing/2014/main" val="1274351398"/>
                    </a:ext>
                  </a:extLst>
                </a:gridCol>
                <a:gridCol w="507615">
                  <a:extLst>
                    <a:ext uri="{9D8B030D-6E8A-4147-A177-3AD203B41FA5}">
                      <a16:colId xmlns:a16="http://schemas.microsoft.com/office/drawing/2014/main" val="662181267"/>
                    </a:ext>
                  </a:extLst>
                </a:gridCol>
                <a:gridCol w="507615">
                  <a:extLst>
                    <a:ext uri="{9D8B030D-6E8A-4147-A177-3AD203B41FA5}">
                      <a16:colId xmlns:a16="http://schemas.microsoft.com/office/drawing/2014/main" val="35425226"/>
                    </a:ext>
                  </a:extLst>
                </a:gridCol>
                <a:gridCol w="507615">
                  <a:extLst>
                    <a:ext uri="{9D8B030D-6E8A-4147-A177-3AD203B41FA5}">
                      <a16:colId xmlns:a16="http://schemas.microsoft.com/office/drawing/2014/main" val="1977649163"/>
                    </a:ext>
                  </a:extLst>
                </a:gridCol>
                <a:gridCol w="507615">
                  <a:extLst>
                    <a:ext uri="{9D8B030D-6E8A-4147-A177-3AD203B41FA5}">
                      <a16:colId xmlns:a16="http://schemas.microsoft.com/office/drawing/2014/main" val="3676384728"/>
                    </a:ext>
                  </a:extLst>
                </a:gridCol>
                <a:gridCol w="507615">
                  <a:extLst>
                    <a:ext uri="{9D8B030D-6E8A-4147-A177-3AD203B41FA5}">
                      <a16:colId xmlns:a16="http://schemas.microsoft.com/office/drawing/2014/main" val="348556549"/>
                    </a:ext>
                  </a:extLst>
                </a:gridCol>
                <a:gridCol w="507615">
                  <a:extLst>
                    <a:ext uri="{9D8B030D-6E8A-4147-A177-3AD203B41FA5}">
                      <a16:colId xmlns:a16="http://schemas.microsoft.com/office/drawing/2014/main" val="2790645411"/>
                    </a:ext>
                  </a:extLst>
                </a:gridCol>
                <a:gridCol w="507615">
                  <a:extLst>
                    <a:ext uri="{9D8B030D-6E8A-4147-A177-3AD203B41FA5}">
                      <a16:colId xmlns:a16="http://schemas.microsoft.com/office/drawing/2014/main" val="130352962"/>
                    </a:ext>
                  </a:extLst>
                </a:gridCol>
                <a:gridCol w="507615">
                  <a:extLst>
                    <a:ext uri="{9D8B030D-6E8A-4147-A177-3AD203B41FA5}">
                      <a16:colId xmlns:a16="http://schemas.microsoft.com/office/drawing/2014/main" val="1682012656"/>
                    </a:ext>
                  </a:extLst>
                </a:gridCol>
                <a:gridCol w="507615">
                  <a:extLst>
                    <a:ext uri="{9D8B030D-6E8A-4147-A177-3AD203B41FA5}">
                      <a16:colId xmlns:a16="http://schemas.microsoft.com/office/drawing/2014/main" val="2115980507"/>
                    </a:ext>
                  </a:extLst>
                </a:gridCol>
                <a:gridCol w="507615">
                  <a:extLst>
                    <a:ext uri="{9D8B030D-6E8A-4147-A177-3AD203B41FA5}">
                      <a16:colId xmlns:a16="http://schemas.microsoft.com/office/drawing/2014/main" val="3932256162"/>
                    </a:ext>
                  </a:extLst>
                </a:gridCol>
                <a:gridCol w="507615">
                  <a:extLst>
                    <a:ext uri="{9D8B030D-6E8A-4147-A177-3AD203B41FA5}">
                      <a16:colId xmlns:a16="http://schemas.microsoft.com/office/drawing/2014/main" val="1248427585"/>
                    </a:ext>
                  </a:extLst>
                </a:gridCol>
                <a:gridCol w="507615">
                  <a:extLst>
                    <a:ext uri="{9D8B030D-6E8A-4147-A177-3AD203B41FA5}">
                      <a16:colId xmlns:a16="http://schemas.microsoft.com/office/drawing/2014/main" val="329640067"/>
                    </a:ext>
                  </a:extLst>
                </a:gridCol>
                <a:gridCol w="507615">
                  <a:extLst>
                    <a:ext uri="{9D8B030D-6E8A-4147-A177-3AD203B41FA5}">
                      <a16:colId xmlns:a16="http://schemas.microsoft.com/office/drawing/2014/main" val="1027875887"/>
                    </a:ext>
                  </a:extLst>
                </a:gridCol>
                <a:gridCol w="507615">
                  <a:extLst>
                    <a:ext uri="{9D8B030D-6E8A-4147-A177-3AD203B41FA5}">
                      <a16:colId xmlns:a16="http://schemas.microsoft.com/office/drawing/2014/main" val="3131464188"/>
                    </a:ext>
                  </a:extLst>
                </a:gridCol>
                <a:gridCol w="507615">
                  <a:extLst>
                    <a:ext uri="{9D8B030D-6E8A-4147-A177-3AD203B41FA5}">
                      <a16:colId xmlns:a16="http://schemas.microsoft.com/office/drawing/2014/main" val="2139293313"/>
                    </a:ext>
                  </a:extLst>
                </a:gridCol>
                <a:gridCol w="507615">
                  <a:extLst>
                    <a:ext uri="{9D8B030D-6E8A-4147-A177-3AD203B41FA5}">
                      <a16:colId xmlns:a16="http://schemas.microsoft.com/office/drawing/2014/main" val="3333320672"/>
                    </a:ext>
                  </a:extLst>
                </a:gridCol>
                <a:gridCol w="507615">
                  <a:extLst>
                    <a:ext uri="{9D8B030D-6E8A-4147-A177-3AD203B41FA5}">
                      <a16:colId xmlns:a16="http://schemas.microsoft.com/office/drawing/2014/main" val="4186784641"/>
                    </a:ext>
                  </a:extLst>
                </a:gridCol>
                <a:gridCol w="507615">
                  <a:extLst>
                    <a:ext uri="{9D8B030D-6E8A-4147-A177-3AD203B41FA5}">
                      <a16:colId xmlns:a16="http://schemas.microsoft.com/office/drawing/2014/main" val="3317460533"/>
                    </a:ext>
                  </a:extLst>
                </a:gridCol>
                <a:gridCol w="507615">
                  <a:extLst>
                    <a:ext uri="{9D8B030D-6E8A-4147-A177-3AD203B41FA5}">
                      <a16:colId xmlns:a16="http://schemas.microsoft.com/office/drawing/2014/main" val="3501361002"/>
                    </a:ext>
                  </a:extLst>
                </a:gridCol>
              </a:tblGrid>
              <a:tr h="332619"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Ladder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Pp-7-14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Pp-7-15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Pp-7-17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Pp-7-18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Pp-7-20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Pp-7-22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Pp-5-1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Pp-7-28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Pp-9-1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Pp-7-25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Pp-8-1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Pp-1-1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Pp-7-27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Pp-2-6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Pp-7-30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Pp-7-23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Pp-7-24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Pp-8-2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Pp-7-31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Pp-7-29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8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9854693"/>
                  </a:ext>
                </a:extLst>
              </a:tr>
            </a:tbl>
          </a:graphicData>
        </a:graphic>
      </p:graphicFrame>
      <p:grpSp>
        <p:nvGrpSpPr>
          <p:cNvPr id="19" name="Group 18">
            <a:extLst>
              <a:ext uri="{FF2B5EF4-FFF2-40B4-BE49-F238E27FC236}">
                <a16:creationId xmlns:a16="http://schemas.microsoft.com/office/drawing/2014/main" id="{AB5C886C-C722-5B23-AE7F-ABA71487B3EF}"/>
              </a:ext>
            </a:extLst>
          </p:cNvPr>
          <p:cNvGrpSpPr/>
          <p:nvPr/>
        </p:nvGrpSpPr>
        <p:grpSpPr>
          <a:xfrm>
            <a:off x="130159" y="1526661"/>
            <a:ext cx="522734" cy="3468672"/>
            <a:chOff x="130159" y="1526661"/>
            <a:chExt cx="522734" cy="3468672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126BDB3-03E5-456F-A4C2-C7B1B6BAFDAC}"/>
                </a:ext>
              </a:extLst>
            </p:cNvPr>
            <p:cNvSpPr txBox="1"/>
            <p:nvPr/>
          </p:nvSpPr>
          <p:spPr>
            <a:xfrm>
              <a:off x="183499" y="4707914"/>
              <a:ext cx="469394" cy="2874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250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E6C5C43-38EC-3E98-8E85-BA9EEBAE473B}"/>
                </a:ext>
              </a:extLst>
            </p:cNvPr>
            <p:cNvSpPr txBox="1"/>
            <p:nvPr/>
          </p:nvSpPr>
          <p:spPr>
            <a:xfrm>
              <a:off x="183499" y="4234701"/>
              <a:ext cx="469394" cy="2874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500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8362E19-25AE-B441-C0CA-6EA6B82EE32B}"/>
                </a:ext>
              </a:extLst>
            </p:cNvPr>
            <p:cNvSpPr txBox="1"/>
            <p:nvPr/>
          </p:nvSpPr>
          <p:spPr>
            <a:xfrm>
              <a:off x="183499" y="3840607"/>
              <a:ext cx="469394" cy="2959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750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3BF724C-80AE-8DFA-6346-E8D4E691CEE6}"/>
                </a:ext>
              </a:extLst>
            </p:cNvPr>
            <p:cNvSpPr txBox="1"/>
            <p:nvPr/>
          </p:nvSpPr>
          <p:spPr>
            <a:xfrm>
              <a:off x="183499" y="3149349"/>
              <a:ext cx="469394" cy="2874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1500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0263458-6440-1A54-DB25-A8C5B00CD8FD}"/>
                </a:ext>
              </a:extLst>
            </p:cNvPr>
            <p:cNvSpPr txBox="1"/>
            <p:nvPr/>
          </p:nvSpPr>
          <p:spPr>
            <a:xfrm>
              <a:off x="183499" y="2822586"/>
              <a:ext cx="469394" cy="2874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2000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401969E-1EDA-9A92-82B6-D53CD6DBAB4C}"/>
                </a:ext>
              </a:extLst>
            </p:cNvPr>
            <p:cNvSpPr txBox="1"/>
            <p:nvPr/>
          </p:nvSpPr>
          <p:spPr>
            <a:xfrm>
              <a:off x="183499" y="2578001"/>
              <a:ext cx="469394" cy="2874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2500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BCE98EF-F47C-223A-BDFB-1AB31F3E3CE2}"/>
                </a:ext>
              </a:extLst>
            </p:cNvPr>
            <p:cNvSpPr txBox="1"/>
            <p:nvPr/>
          </p:nvSpPr>
          <p:spPr>
            <a:xfrm>
              <a:off x="183499" y="2406472"/>
              <a:ext cx="469394" cy="3601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b="1" dirty="0">
                  <a:solidFill>
                    <a:schemeClr val="bg1"/>
                  </a:solidFill>
                </a:rPr>
                <a:t>3000</a:t>
              </a:r>
              <a:endParaRPr lang="en-GB" sz="900" dirty="0">
                <a:solidFill>
                  <a:schemeClr val="bg1"/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A9EF2AC-314C-2325-868B-4C80F1F77C1D}"/>
                </a:ext>
              </a:extLst>
            </p:cNvPr>
            <p:cNvSpPr txBox="1"/>
            <p:nvPr/>
          </p:nvSpPr>
          <p:spPr>
            <a:xfrm>
              <a:off x="183499" y="2262762"/>
              <a:ext cx="469394" cy="2874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3500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C1E54AF-4ABA-7168-7462-AE164BF921B0}"/>
                </a:ext>
              </a:extLst>
            </p:cNvPr>
            <p:cNvSpPr txBox="1"/>
            <p:nvPr/>
          </p:nvSpPr>
          <p:spPr>
            <a:xfrm>
              <a:off x="183499" y="2119301"/>
              <a:ext cx="469394" cy="2874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4000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36BC521-EF31-D522-7F25-05C3895518A6}"/>
                </a:ext>
              </a:extLst>
            </p:cNvPr>
            <p:cNvSpPr txBox="1"/>
            <p:nvPr/>
          </p:nvSpPr>
          <p:spPr>
            <a:xfrm>
              <a:off x="183499" y="1937941"/>
              <a:ext cx="469394" cy="2874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5000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13D8094-B7C2-8924-154E-980849256082}"/>
                </a:ext>
              </a:extLst>
            </p:cNvPr>
            <p:cNvSpPr txBox="1"/>
            <p:nvPr/>
          </p:nvSpPr>
          <p:spPr>
            <a:xfrm>
              <a:off x="183499" y="1789798"/>
              <a:ext cx="469394" cy="3601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b="1" dirty="0">
                  <a:solidFill>
                    <a:schemeClr val="bg1"/>
                  </a:solidFill>
                </a:rPr>
                <a:t>6000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3B6A372-CAEA-3B74-2A70-65D469CA5A02}"/>
                </a:ext>
              </a:extLst>
            </p:cNvPr>
            <p:cNvSpPr txBox="1"/>
            <p:nvPr/>
          </p:nvSpPr>
          <p:spPr>
            <a:xfrm>
              <a:off x="183499" y="1648856"/>
              <a:ext cx="469394" cy="2874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8000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AB107B9-A6D5-63DF-E441-E55AD4115692}"/>
                </a:ext>
              </a:extLst>
            </p:cNvPr>
            <p:cNvSpPr txBox="1"/>
            <p:nvPr/>
          </p:nvSpPr>
          <p:spPr>
            <a:xfrm>
              <a:off x="130159" y="1526661"/>
              <a:ext cx="522734" cy="2874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10000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905B726-0A1F-24F3-534C-C8A4CCE660A0}"/>
                </a:ext>
              </a:extLst>
            </p:cNvPr>
            <p:cNvSpPr txBox="1"/>
            <p:nvPr/>
          </p:nvSpPr>
          <p:spPr>
            <a:xfrm>
              <a:off x="183499" y="3583218"/>
              <a:ext cx="469394" cy="3601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b="1" dirty="0">
                  <a:solidFill>
                    <a:schemeClr val="bg1"/>
                  </a:solidFill>
                </a:rPr>
                <a:t>1000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580894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EE8B6-CB93-A517-908F-C0911340F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PCO5FW/PCO5RV – PCO5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D854D6-E916-A39D-4A64-C6D0D7E4D0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Pink</a:t>
            </a:r>
          </a:p>
        </p:txBody>
      </p:sp>
    </p:spTree>
    <p:extLst>
      <p:ext uri="{BB962C8B-B14F-4D97-AF65-F5344CB8AC3E}">
        <p14:creationId xmlns:p14="http://schemas.microsoft.com/office/powerpoint/2010/main" val="1220744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7A3514-0092-CC50-57FF-596BD310C1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96" y="1463040"/>
            <a:ext cx="12038208" cy="3931919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F06BE32-8DFE-D2D8-7C90-DB13F9253C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6415749"/>
              </p:ext>
            </p:extLst>
          </p:nvPr>
        </p:nvGraphicFramePr>
        <p:xfrm>
          <a:off x="422634" y="1463040"/>
          <a:ext cx="1169247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9749">
                  <a:extLst>
                    <a:ext uri="{9D8B030D-6E8A-4147-A177-3AD203B41FA5}">
                      <a16:colId xmlns:a16="http://schemas.microsoft.com/office/drawing/2014/main" val="3197682926"/>
                    </a:ext>
                  </a:extLst>
                </a:gridCol>
                <a:gridCol w="389749">
                  <a:extLst>
                    <a:ext uri="{9D8B030D-6E8A-4147-A177-3AD203B41FA5}">
                      <a16:colId xmlns:a16="http://schemas.microsoft.com/office/drawing/2014/main" val="1964625884"/>
                    </a:ext>
                  </a:extLst>
                </a:gridCol>
                <a:gridCol w="389749">
                  <a:extLst>
                    <a:ext uri="{9D8B030D-6E8A-4147-A177-3AD203B41FA5}">
                      <a16:colId xmlns:a16="http://schemas.microsoft.com/office/drawing/2014/main" val="2539132254"/>
                    </a:ext>
                  </a:extLst>
                </a:gridCol>
                <a:gridCol w="389749">
                  <a:extLst>
                    <a:ext uri="{9D8B030D-6E8A-4147-A177-3AD203B41FA5}">
                      <a16:colId xmlns:a16="http://schemas.microsoft.com/office/drawing/2014/main" val="1234277916"/>
                    </a:ext>
                  </a:extLst>
                </a:gridCol>
                <a:gridCol w="389749">
                  <a:extLst>
                    <a:ext uri="{9D8B030D-6E8A-4147-A177-3AD203B41FA5}">
                      <a16:colId xmlns:a16="http://schemas.microsoft.com/office/drawing/2014/main" val="2282227288"/>
                    </a:ext>
                  </a:extLst>
                </a:gridCol>
                <a:gridCol w="389749">
                  <a:extLst>
                    <a:ext uri="{9D8B030D-6E8A-4147-A177-3AD203B41FA5}">
                      <a16:colId xmlns:a16="http://schemas.microsoft.com/office/drawing/2014/main" val="4191214228"/>
                    </a:ext>
                  </a:extLst>
                </a:gridCol>
                <a:gridCol w="389749">
                  <a:extLst>
                    <a:ext uri="{9D8B030D-6E8A-4147-A177-3AD203B41FA5}">
                      <a16:colId xmlns:a16="http://schemas.microsoft.com/office/drawing/2014/main" val="2151863769"/>
                    </a:ext>
                  </a:extLst>
                </a:gridCol>
                <a:gridCol w="389749">
                  <a:extLst>
                    <a:ext uri="{9D8B030D-6E8A-4147-A177-3AD203B41FA5}">
                      <a16:colId xmlns:a16="http://schemas.microsoft.com/office/drawing/2014/main" val="2018096795"/>
                    </a:ext>
                  </a:extLst>
                </a:gridCol>
                <a:gridCol w="389749">
                  <a:extLst>
                    <a:ext uri="{9D8B030D-6E8A-4147-A177-3AD203B41FA5}">
                      <a16:colId xmlns:a16="http://schemas.microsoft.com/office/drawing/2014/main" val="792863425"/>
                    </a:ext>
                  </a:extLst>
                </a:gridCol>
                <a:gridCol w="389749">
                  <a:extLst>
                    <a:ext uri="{9D8B030D-6E8A-4147-A177-3AD203B41FA5}">
                      <a16:colId xmlns:a16="http://schemas.microsoft.com/office/drawing/2014/main" val="747270911"/>
                    </a:ext>
                  </a:extLst>
                </a:gridCol>
                <a:gridCol w="389749">
                  <a:extLst>
                    <a:ext uri="{9D8B030D-6E8A-4147-A177-3AD203B41FA5}">
                      <a16:colId xmlns:a16="http://schemas.microsoft.com/office/drawing/2014/main" val="330442204"/>
                    </a:ext>
                  </a:extLst>
                </a:gridCol>
                <a:gridCol w="389749">
                  <a:extLst>
                    <a:ext uri="{9D8B030D-6E8A-4147-A177-3AD203B41FA5}">
                      <a16:colId xmlns:a16="http://schemas.microsoft.com/office/drawing/2014/main" val="3356350100"/>
                    </a:ext>
                  </a:extLst>
                </a:gridCol>
                <a:gridCol w="389749">
                  <a:extLst>
                    <a:ext uri="{9D8B030D-6E8A-4147-A177-3AD203B41FA5}">
                      <a16:colId xmlns:a16="http://schemas.microsoft.com/office/drawing/2014/main" val="1954888700"/>
                    </a:ext>
                  </a:extLst>
                </a:gridCol>
                <a:gridCol w="389749">
                  <a:extLst>
                    <a:ext uri="{9D8B030D-6E8A-4147-A177-3AD203B41FA5}">
                      <a16:colId xmlns:a16="http://schemas.microsoft.com/office/drawing/2014/main" val="3465921657"/>
                    </a:ext>
                  </a:extLst>
                </a:gridCol>
                <a:gridCol w="389749">
                  <a:extLst>
                    <a:ext uri="{9D8B030D-6E8A-4147-A177-3AD203B41FA5}">
                      <a16:colId xmlns:a16="http://schemas.microsoft.com/office/drawing/2014/main" val="1001324723"/>
                    </a:ext>
                  </a:extLst>
                </a:gridCol>
                <a:gridCol w="389749">
                  <a:extLst>
                    <a:ext uri="{9D8B030D-6E8A-4147-A177-3AD203B41FA5}">
                      <a16:colId xmlns:a16="http://schemas.microsoft.com/office/drawing/2014/main" val="2270868274"/>
                    </a:ext>
                  </a:extLst>
                </a:gridCol>
                <a:gridCol w="389749">
                  <a:extLst>
                    <a:ext uri="{9D8B030D-6E8A-4147-A177-3AD203B41FA5}">
                      <a16:colId xmlns:a16="http://schemas.microsoft.com/office/drawing/2014/main" val="3682354153"/>
                    </a:ext>
                  </a:extLst>
                </a:gridCol>
                <a:gridCol w="389749">
                  <a:extLst>
                    <a:ext uri="{9D8B030D-6E8A-4147-A177-3AD203B41FA5}">
                      <a16:colId xmlns:a16="http://schemas.microsoft.com/office/drawing/2014/main" val="717105199"/>
                    </a:ext>
                  </a:extLst>
                </a:gridCol>
                <a:gridCol w="389749">
                  <a:extLst>
                    <a:ext uri="{9D8B030D-6E8A-4147-A177-3AD203B41FA5}">
                      <a16:colId xmlns:a16="http://schemas.microsoft.com/office/drawing/2014/main" val="3977890715"/>
                    </a:ext>
                  </a:extLst>
                </a:gridCol>
                <a:gridCol w="389749">
                  <a:extLst>
                    <a:ext uri="{9D8B030D-6E8A-4147-A177-3AD203B41FA5}">
                      <a16:colId xmlns:a16="http://schemas.microsoft.com/office/drawing/2014/main" val="157169317"/>
                    </a:ext>
                  </a:extLst>
                </a:gridCol>
                <a:gridCol w="389749">
                  <a:extLst>
                    <a:ext uri="{9D8B030D-6E8A-4147-A177-3AD203B41FA5}">
                      <a16:colId xmlns:a16="http://schemas.microsoft.com/office/drawing/2014/main" val="1950541535"/>
                    </a:ext>
                  </a:extLst>
                </a:gridCol>
                <a:gridCol w="389749">
                  <a:extLst>
                    <a:ext uri="{9D8B030D-6E8A-4147-A177-3AD203B41FA5}">
                      <a16:colId xmlns:a16="http://schemas.microsoft.com/office/drawing/2014/main" val="300871540"/>
                    </a:ext>
                  </a:extLst>
                </a:gridCol>
                <a:gridCol w="389749">
                  <a:extLst>
                    <a:ext uri="{9D8B030D-6E8A-4147-A177-3AD203B41FA5}">
                      <a16:colId xmlns:a16="http://schemas.microsoft.com/office/drawing/2014/main" val="3854513826"/>
                    </a:ext>
                  </a:extLst>
                </a:gridCol>
                <a:gridCol w="389749">
                  <a:extLst>
                    <a:ext uri="{9D8B030D-6E8A-4147-A177-3AD203B41FA5}">
                      <a16:colId xmlns:a16="http://schemas.microsoft.com/office/drawing/2014/main" val="1813792319"/>
                    </a:ext>
                  </a:extLst>
                </a:gridCol>
                <a:gridCol w="389749">
                  <a:extLst>
                    <a:ext uri="{9D8B030D-6E8A-4147-A177-3AD203B41FA5}">
                      <a16:colId xmlns:a16="http://schemas.microsoft.com/office/drawing/2014/main" val="2266251524"/>
                    </a:ext>
                  </a:extLst>
                </a:gridCol>
                <a:gridCol w="389749">
                  <a:extLst>
                    <a:ext uri="{9D8B030D-6E8A-4147-A177-3AD203B41FA5}">
                      <a16:colId xmlns:a16="http://schemas.microsoft.com/office/drawing/2014/main" val="2102105885"/>
                    </a:ext>
                  </a:extLst>
                </a:gridCol>
                <a:gridCol w="389749">
                  <a:extLst>
                    <a:ext uri="{9D8B030D-6E8A-4147-A177-3AD203B41FA5}">
                      <a16:colId xmlns:a16="http://schemas.microsoft.com/office/drawing/2014/main" val="2690989066"/>
                    </a:ext>
                  </a:extLst>
                </a:gridCol>
                <a:gridCol w="389749">
                  <a:extLst>
                    <a:ext uri="{9D8B030D-6E8A-4147-A177-3AD203B41FA5}">
                      <a16:colId xmlns:a16="http://schemas.microsoft.com/office/drawing/2014/main" val="1905895873"/>
                    </a:ext>
                  </a:extLst>
                </a:gridCol>
                <a:gridCol w="389749">
                  <a:extLst>
                    <a:ext uri="{9D8B030D-6E8A-4147-A177-3AD203B41FA5}">
                      <a16:colId xmlns:a16="http://schemas.microsoft.com/office/drawing/2014/main" val="933460161"/>
                    </a:ext>
                  </a:extLst>
                </a:gridCol>
                <a:gridCol w="389749">
                  <a:extLst>
                    <a:ext uri="{9D8B030D-6E8A-4147-A177-3AD203B41FA5}">
                      <a16:colId xmlns:a16="http://schemas.microsoft.com/office/drawing/2014/main" val="2623756325"/>
                    </a:ext>
                  </a:extLst>
                </a:gridCol>
              </a:tblGrid>
              <a:tr h="357293">
                <a:tc>
                  <a:txBody>
                    <a:bodyPr/>
                    <a:lstStyle/>
                    <a:p>
                      <a:r>
                        <a:rPr lang="en-GB" sz="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Ladder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Col-0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Pp-10-1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Pp-10-2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Pp-10-3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Pp-10-4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Pp-10-5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Pp-10-6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Pp-10-7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Pp-10-8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Pp-10-9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Pp-10-10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Pp-10-11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Pp-10-12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Pp-10-13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Pp-10-14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Pp-10-15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Pp-10-16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Pp-10-17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Pp-10-18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Pp-10-19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Pp-10-20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Pp-10-21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Pp-10-22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Pp-10-23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Pp-10-24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Pp-10-25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Pp-10-26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Pp-10-27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1859778"/>
                  </a:ext>
                </a:extLst>
              </a:tr>
            </a:tbl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41A6679C-5D4A-01FD-FB05-C63359A911CD}"/>
              </a:ext>
            </a:extLst>
          </p:cNvPr>
          <p:cNvGrpSpPr/>
          <p:nvPr/>
        </p:nvGrpSpPr>
        <p:grpSpPr>
          <a:xfrm>
            <a:off x="34561" y="1693333"/>
            <a:ext cx="522734" cy="2633134"/>
            <a:chOff x="437386" y="4979732"/>
            <a:chExt cx="522734" cy="2785756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7A25216-265A-B8CB-3AF6-D2AE9004B9E0}"/>
                </a:ext>
              </a:extLst>
            </p:cNvPr>
            <p:cNvSpPr txBox="1"/>
            <p:nvPr/>
          </p:nvSpPr>
          <p:spPr>
            <a:xfrm>
              <a:off x="490726" y="7534656"/>
              <a:ext cx="46939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250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B3E5AB1-1209-3315-4EDF-6C59D81E4126}"/>
                </a:ext>
              </a:extLst>
            </p:cNvPr>
            <p:cNvSpPr txBox="1"/>
            <p:nvPr/>
          </p:nvSpPr>
          <p:spPr>
            <a:xfrm>
              <a:off x="490726" y="7154610"/>
              <a:ext cx="46939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500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D898986-9D80-53AE-349E-5B9F206BE428}"/>
                </a:ext>
              </a:extLst>
            </p:cNvPr>
            <p:cNvSpPr txBox="1"/>
            <p:nvPr/>
          </p:nvSpPr>
          <p:spPr>
            <a:xfrm>
              <a:off x="490726" y="6838106"/>
              <a:ext cx="469394" cy="2376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750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58842F8-86E4-20EA-B2E0-A77F8194C0B7}"/>
                </a:ext>
              </a:extLst>
            </p:cNvPr>
            <p:cNvSpPr txBox="1"/>
            <p:nvPr/>
          </p:nvSpPr>
          <p:spPr>
            <a:xfrm>
              <a:off x="490726" y="6282943"/>
              <a:ext cx="46939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1500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91E6599-EAEE-E4D5-E770-5738E3773BA6}"/>
                </a:ext>
              </a:extLst>
            </p:cNvPr>
            <p:cNvSpPr txBox="1"/>
            <p:nvPr/>
          </p:nvSpPr>
          <p:spPr>
            <a:xfrm>
              <a:off x="490726" y="6020514"/>
              <a:ext cx="46939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2000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06CD842-CFF1-F2D1-2F36-18F2C15B55D3}"/>
                </a:ext>
              </a:extLst>
            </p:cNvPr>
            <p:cNvSpPr txBox="1"/>
            <p:nvPr/>
          </p:nvSpPr>
          <p:spPr>
            <a:xfrm>
              <a:off x="490726" y="5824083"/>
              <a:ext cx="46939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2500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9C309E8-64DA-4961-064D-EAD45171BBBF}"/>
                </a:ext>
              </a:extLst>
            </p:cNvPr>
            <p:cNvSpPr txBox="1"/>
            <p:nvPr/>
          </p:nvSpPr>
          <p:spPr>
            <a:xfrm>
              <a:off x="490726" y="5686325"/>
              <a:ext cx="469394" cy="2892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b="1" dirty="0">
                  <a:solidFill>
                    <a:schemeClr val="bg1"/>
                  </a:solidFill>
                </a:rPr>
                <a:t>3000</a:t>
              </a:r>
              <a:endParaRPr lang="en-GB" sz="900" dirty="0">
                <a:solidFill>
                  <a:schemeClr val="bg1"/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93D1E00-028F-34AF-8502-96D54A0401EA}"/>
                </a:ext>
              </a:extLst>
            </p:cNvPr>
            <p:cNvSpPr txBox="1"/>
            <p:nvPr/>
          </p:nvSpPr>
          <p:spPr>
            <a:xfrm>
              <a:off x="490726" y="5570909"/>
              <a:ext cx="46939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3500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A1D25C5-837D-59FD-7DC2-4A7573A1E6FF}"/>
                </a:ext>
              </a:extLst>
            </p:cNvPr>
            <p:cNvSpPr txBox="1"/>
            <p:nvPr/>
          </p:nvSpPr>
          <p:spPr>
            <a:xfrm>
              <a:off x="490726" y="5455692"/>
              <a:ext cx="46939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4000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77245A0-7763-75B2-37E1-5794F4345BDB}"/>
                </a:ext>
              </a:extLst>
            </p:cNvPr>
            <p:cNvSpPr txBox="1"/>
            <p:nvPr/>
          </p:nvSpPr>
          <p:spPr>
            <a:xfrm>
              <a:off x="490726" y="5310039"/>
              <a:ext cx="46939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5000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46668A5-0F5F-70DE-03EC-87D038CF6E54}"/>
                </a:ext>
              </a:extLst>
            </p:cNvPr>
            <p:cNvSpPr txBox="1"/>
            <p:nvPr/>
          </p:nvSpPr>
          <p:spPr>
            <a:xfrm>
              <a:off x="490726" y="5191062"/>
              <a:ext cx="469394" cy="2892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b="1" dirty="0">
                  <a:solidFill>
                    <a:schemeClr val="bg1"/>
                  </a:solidFill>
                </a:rPr>
                <a:t>6000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327202B-4BAB-16FC-C04A-E430580DD1C5}"/>
                </a:ext>
              </a:extLst>
            </p:cNvPr>
            <p:cNvSpPr txBox="1"/>
            <p:nvPr/>
          </p:nvSpPr>
          <p:spPr>
            <a:xfrm>
              <a:off x="490726" y="5077869"/>
              <a:ext cx="46939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8000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433DAB1-2C0C-764E-5BCC-5422146093FA}"/>
                </a:ext>
              </a:extLst>
            </p:cNvPr>
            <p:cNvSpPr txBox="1"/>
            <p:nvPr/>
          </p:nvSpPr>
          <p:spPr>
            <a:xfrm>
              <a:off x="437386" y="4979732"/>
              <a:ext cx="52273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10000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BD0458C-5EB2-DDC3-E3AF-CA250BCB0A6C}"/>
                </a:ext>
              </a:extLst>
            </p:cNvPr>
            <p:cNvSpPr txBox="1"/>
            <p:nvPr/>
          </p:nvSpPr>
          <p:spPr>
            <a:xfrm>
              <a:off x="490726" y="6631392"/>
              <a:ext cx="469394" cy="2892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b="1" dirty="0">
                  <a:solidFill>
                    <a:schemeClr val="bg1"/>
                  </a:solidFill>
                </a:rPr>
                <a:t>1000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383776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93BF17-0B2A-8246-0A58-94AC7AAE87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1" y="1351280"/>
            <a:ext cx="12180557" cy="4155439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EF7836F-171C-DD86-C864-640D98A752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7666561"/>
              </p:ext>
            </p:extLst>
          </p:nvPr>
        </p:nvGraphicFramePr>
        <p:xfrm>
          <a:off x="618067" y="1439332"/>
          <a:ext cx="9609663" cy="3471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603">
                  <a:extLst>
                    <a:ext uri="{9D8B030D-6E8A-4147-A177-3AD203B41FA5}">
                      <a16:colId xmlns:a16="http://schemas.microsoft.com/office/drawing/2014/main" val="3082642713"/>
                    </a:ext>
                  </a:extLst>
                </a:gridCol>
                <a:gridCol w="457603">
                  <a:extLst>
                    <a:ext uri="{9D8B030D-6E8A-4147-A177-3AD203B41FA5}">
                      <a16:colId xmlns:a16="http://schemas.microsoft.com/office/drawing/2014/main" val="1093624350"/>
                    </a:ext>
                  </a:extLst>
                </a:gridCol>
                <a:gridCol w="457603">
                  <a:extLst>
                    <a:ext uri="{9D8B030D-6E8A-4147-A177-3AD203B41FA5}">
                      <a16:colId xmlns:a16="http://schemas.microsoft.com/office/drawing/2014/main" val="4263813375"/>
                    </a:ext>
                  </a:extLst>
                </a:gridCol>
                <a:gridCol w="457603">
                  <a:extLst>
                    <a:ext uri="{9D8B030D-6E8A-4147-A177-3AD203B41FA5}">
                      <a16:colId xmlns:a16="http://schemas.microsoft.com/office/drawing/2014/main" val="1786513051"/>
                    </a:ext>
                  </a:extLst>
                </a:gridCol>
                <a:gridCol w="457603">
                  <a:extLst>
                    <a:ext uri="{9D8B030D-6E8A-4147-A177-3AD203B41FA5}">
                      <a16:colId xmlns:a16="http://schemas.microsoft.com/office/drawing/2014/main" val="2782896972"/>
                    </a:ext>
                  </a:extLst>
                </a:gridCol>
                <a:gridCol w="457603">
                  <a:extLst>
                    <a:ext uri="{9D8B030D-6E8A-4147-A177-3AD203B41FA5}">
                      <a16:colId xmlns:a16="http://schemas.microsoft.com/office/drawing/2014/main" val="1797922703"/>
                    </a:ext>
                  </a:extLst>
                </a:gridCol>
                <a:gridCol w="457603">
                  <a:extLst>
                    <a:ext uri="{9D8B030D-6E8A-4147-A177-3AD203B41FA5}">
                      <a16:colId xmlns:a16="http://schemas.microsoft.com/office/drawing/2014/main" val="2751589114"/>
                    </a:ext>
                  </a:extLst>
                </a:gridCol>
                <a:gridCol w="457603">
                  <a:extLst>
                    <a:ext uri="{9D8B030D-6E8A-4147-A177-3AD203B41FA5}">
                      <a16:colId xmlns:a16="http://schemas.microsoft.com/office/drawing/2014/main" val="2103139005"/>
                    </a:ext>
                  </a:extLst>
                </a:gridCol>
                <a:gridCol w="457603">
                  <a:extLst>
                    <a:ext uri="{9D8B030D-6E8A-4147-A177-3AD203B41FA5}">
                      <a16:colId xmlns:a16="http://schemas.microsoft.com/office/drawing/2014/main" val="1486541035"/>
                    </a:ext>
                  </a:extLst>
                </a:gridCol>
                <a:gridCol w="457603">
                  <a:extLst>
                    <a:ext uri="{9D8B030D-6E8A-4147-A177-3AD203B41FA5}">
                      <a16:colId xmlns:a16="http://schemas.microsoft.com/office/drawing/2014/main" val="2404922030"/>
                    </a:ext>
                  </a:extLst>
                </a:gridCol>
                <a:gridCol w="457603">
                  <a:extLst>
                    <a:ext uri="{9D8B030D-6E8A-4147-A177-3AD203B41FA5}">
                      <a16:colId xmlns:a16="http://schemas.microsoft.com/office/drawing/2014/main" val="267427807"/>
                    </a:ext>
                  </a:extLst>
                </a:gridCol>
                <a:gridCol w="457603">
                  <a:extLst>
                    <a:ext uri="{9D8B030D-6E8A-4147-A177-3AD203B41FA5}">
                      <a16:colId xmlns:a16="http://schemas.microsoft.com/office/drawing/2014/main" val="3227944090"/>
                    </a:ext>
                  </a:extLst>
                </a:gridCol>
                <a:gridCol w="457603">
                  <a:extLst>
                    <a:ext uri="{9D8B030D-6E8A-4147-A177-3AD203B41FA5}">
                      <a16:colId xmlns:a16="http://schemas.microsoft.com/office/drawing/2014/main" val="3447892881"/>
                    </a:ext>
                  </a:extLst>
                </a:gridCol>
                <a:gridCol w="457603">
                  <a:extLst>
                    <a:ext uri="{9D8B030D-6E8A-4147-A177-3AD203B41FA5}">
                      <a16:colId xmlns:a16="http://schemas.microsoft.com/office/drawing/2014/main" val="3494199912"/>
                    </a:ext>
                  </a:extLst>
                </a:gridCol>
                <a:gridCol w="457603">
                  <a:extLst>
                    <a:ext uri="{9D8B030D-6E8A-4147-A177-3AD203B41FA5}">
                      <a16:colId xmlns:a16="http://schemas.microsoft.com/office/drawing/2014/main" val="3568628505"/>
                    </a:ext>
                  </a:extLst>
                </a:gridCol>
                <a:gridCol w="457603">
                  <a:extLst>
                    <a:ext uri="{9D8B030D-6E8A-4147-A177-3AD203B41FA5}">
                      <a16:colId xmlns:a16="http://schemas.microsoft.com/office/drawing/2014/main" val="1783452260"/>
                    </a:ext>
                  </a:extLst>
                </a:gridCol>
                <a:gridCol w="457603">
                  <a:extLst>
                    <a:ext uri="{9D8B030D-6E8A-4147-A177-3AD203B41FA5}">
                      <a16:colId xmlns:a16="http://schemas.microsoft.com/office/drawing/2014/main" val="933907088"/>
                    </a:ext>
                  </a:extLst>
                </a:gridCol>
                <a:gridCol w="457603">
                  <a:extLst>
                    <a:ext uri="{9D8B030D-6E8A-4147-A177-3AD203B41FA5}">
                      <a16:colId xmlns:a16="http://schemas.microsoft.com/office/drawing/2014/main" val="2981162272"/>
                    </a:ext>
                  </a:extLst>
                </a:gridCol>
                <a:gridCol w="457603">
                  <a:extLst>
                    <a:ext uri="{9D8B030D-6E8A-4147-A177-3AD203B41FA5}">
                      <a16:colId xmlns:a16="http://schemas.microsoft.com/office/drawing/2014/main" val="803186782"/>
                    </a:ext>
                  </a:extLst>
                </a:gridCol>
                <a:gridCol w="457603">
                  <a:extLst>
                    <a:ext uri="{9D8B030D-6E8A-4147-A177-3AD203B41FA5}">
                      <a16:colId xmlns:a16="http://schemas.microsoft.com/office/drawing/2014/main" val="746118532"/>
                    </a:ext>
                  </a:extLst>
                </a:gridCol>
                <a:gridCol w="457603">
                  <a:extLst>
                    <a:ext uri="{9D8B030D-6E8A-4147-A177-3AD203B41FA5}">
                      <a16:colId xmlns:a16="http://schemas.microsoft.com/office/drawing/2014/main" val="4116877008"/>
                    </a:ext>
                  </a:extLst>
                </a:gridCol>
              </a:tblGrid>
              <a:tr h="347135"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Ladder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Pp-10-28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Pp-10-29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Pp-10-30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Pp-10-31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Pp-10-32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Pp-10-33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Pp-10-34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Pp-10-35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Pp-10-36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Pp-10-37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Pp-10-38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Pp-10-39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Pp-2-2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Gc-1-2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Gc-1-4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Gc-1-5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Gc-1-6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Gc-1-7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Gc-1-10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Gc-1-14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428797"/>
                  </a:ext>
                </a:extLst>
              </a:tr>
            </a:tbl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DC335027-BFC5-B536-33AE-409CC4A4C3A4}"/>
              </a:ext>
            </a:extLst>
          </p:cNvPr>
          <p:cNvGrpSpPr/>
          <p:nvPr/>
        </p:nvGrpSpPr>
        <p:grpSpPr>
          <a:xfrm>
            <a:off x="250413" y="1874518"/>
            <a:ext cx="522734" cy="3002281"/>
            <a:chOff x="437386" y="4979732"/>
            <a:chExt cx="522734" cy="2785756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1CEFA51-2CE8-D5E1-9C76-F3B7EA2C45A1}"/>
                </a:ext>
              </a:extLst>
            </p:cNvPr>
            <p:cNvSpPr txBox="1"/>
            <p:nvPr/>
          </p:nvSpPr>
          <p:spPr>
            <a:xfrm>
              <a:off x="490726" y="7534656"/>
              <a:ext cx="46939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250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15F050F-C578-D5D0-EF14-299A54DCE7B0}"/>
                </a:ext>
              </a:extLst>
            </p:cNvPr>
            <p:cNvSpPr txBox="1"/>
            <p:nvPr/>
          </p:nvSpPr>
          <p:spPr>
            <a:xfrm>
              <a:off x="490726" y="7154610"/>
              <a:ext cx="46939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500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0215CF3-A56C-CBF7-86A2-B6D87D4D391B}"/>
                </a:ext>
              </a:extLst>
            </p:cNvPr>
            <p:cNvSpPr txBox="1"/>
            <p:nvPr/>
          </p:nvSpPr>
          <p:spPr>
            <a:xfrm>
              <a:off x="490726" y="6838106"/>
              <a:ext cx="469394" cy="2376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750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14889D1-D9DE-989C-97F2-A61E0F59A4D9}"/>
                </a:ext>
              </a:extLst>
            </p:cNvPr>
            <p:cNvSpPr txBox="1"/>
            <p:nvPr/>
          </p:nvSpPr>
          <p:spPr>
            <a:xfrm>
              <a:off x="490726" y="6282943"/>
              <a:ext cx="46939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1500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06D2A29-5241-D3F0-F476-CE2C5C7E96FB}"/>
                </a:ext>
              </a:extLst>
            </p:cNvPr>
            <p:cNvSpPr txBox="1"/>
            <p:nvPr/>
          </p:nvSpPr>
          <p:spPr>
            <a:xfrm>
              <a:off x="490726" y="6020514"/>
              <a:ext cx="46939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2000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57436C2-9A6F-79BC-7D08-81715C68055E}"/>
                </a:ext>
              </a:extLst>
            </p:cNvPr>
            <p:cNvSpPr txBox="1"/>
            <p:nvPr/>
          </p:nvSpPr>
          <p:spPr>
            <a:xfrm>
              <a:off x="490726" y="5824083"/>
              <a:ext cx="46939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2500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B40876F-B68D-603D-47E2-5ABBF1AEB340}"/>
                </a:ext>
              </a:extLst>
            </p:cNvPr>
            <p:cNvSpPr txBox="1"/>
            <p:nvPr/>
          </p:nvSpPr>
          <p:spPr>
            <a:xfrm>
              <a:off x="490726" y="5686325"/>
              <a:ext cx="469394" cy="2892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b="1" dirty="0">
                  <a:solidFill>
                    <a:schemeClr val="bg1"/>
                  </a:solidFill>
                </a:rPr>
                <a:t>3000</a:t>
              </a:r>
              <a:endParaRPr lang="en-GB" sz="900" dirty="0">
                <a:solidFill>
                  <a:schemeClr val="bg1"/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83BDF9B-6744-CE0E-E7CE-5B491A457941}"/>
                </a:ext>
              </a:extLst>
            </p:cNvPr>
            <p:cNvSpPr txBox="1"/>
            <p:nvPr/>
          </p:nvSpPr>
          <p:spPr>
            <a:xfrm>
              <a:off x="490726" y="5570909"/>
              <a:ext cx="46939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3500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4E08D84-BB8E-38B1-890B-ECD7EF41664E}"/>
                </a:ext>
              </a:extLst>
            </p:cNvPr>
            <p:cNvSpPr txBox="1"/>
            <p:nvPr/>
          </p:nvSpPr>
          <p:spPr>
            <a:xfrm>
              <a:off x="490726" y="5455692"/>
              <a:ext cx="46939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4000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A77D950-E594-14F8-3B82-74EA4D6D32EA}"/>
                </a:ext>
              </a:extLst>
            </p:cNvPr>
            <p:cNvSpPr txBox="1"/>
            <p:nvPr/>
          </p:nvSpPr>
          <p:spPr>
            <a:xfrm>
              <a:off x="490726" y="5310039"/>
              <a:ext cx="46939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5000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21E2C67-8601-231F-2A17-F5EFBAC75A26}"/>
                </a:ext>
              </a:extLst>
            </p:cNvPr>
            <p:cNvSpPr txBox="1"/>
            <p:nvPr/>
          </p:nvSpPr>
          <p:spPr>
            <a:xfrm>
              <a:off x="490726" y="5191062"/>
              <a:ext cx="469394" cy="2892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b="1" dirty="0">
                  <a:solidFill>
                    <a:schemeClr val="bg1"/>
                  </a:solidFill>
                </a:rPr>
                <a:t>6000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F747AAD-8D5B-B0E5-EC5F-5A75A10BEA0B}"/>
                </a:ext>
              </a:extLst>
            </p:cNvPr>
            <p:cNvSpPr txBox="1"/>
            <p:nvPr/>
          </p:nvSpPr>
          <p:spPr>
            <a:xfrm>
              <a:off x="490726" y="5077869"/>
              <a:ext cx="46939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8000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9EC40C0-150F-129F-6C5E-A913715CC978}"/>
                </a:ext>
              </a:extLst>
            </p:cNvPr>
            <p:cNvSpPr txBox="1"/>
            <p:nvPr/>
          </p:nvSpPr>
          <p:spPr>
            <a:xfrm>
              <a:off x="437386" y="4979732"/>
              <a:ext cx="52273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10000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6C1EB3E-487B-DAAC-FD52-EA51C48AC0A1}"/>
                </a:ext>
              </a:extLst>
            </p:cNvPr>
            <p:cNvSpPr txBox="1"/>
            <p:nvPr/>
          </p:nvSpPr>
          <p:spPr>
            <a:xfrm>
              <a:off x="490726" y="6631392"/>
              <a:ext cx="469394" cy="2892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b="1" dirty="0">
                  <a:solidFill>
                    <a:schemeClr val="bg1"/>
                  </a:solidFill>
                </a:rPr>
                <a:t>1000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859279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B0CD3-EFE4-3B1D-FF38-11A976D1F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LBb1/PCO5RV - </a:t>
            </a:r>
            <a:r>
              <a:rPr lang="en-GB" dirty="0" err="1"/>
              <a:t>tDNA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A70020-0D53-6C37-D6B0-370DD111E7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Purple</a:t>
            </a:r>
          </a:p>
        </p:txBody>
      </p:sp>
    </p:spTree>
    <p:extLst>
      <p:ext uri="{BB962C8B-B14F-4D97-AF65-F5344CB8AC3E}">
        <p14:creationId xmlns:p14="http://schemas.microsoft.com/office/powerpoint/2010/main" val="41081747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787F32-D281-5B1E-4BA1-CE541FAF41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31" y="1137920"/>
            <a:ext cx="12056812" cy="4592320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54F2447-C6BB-E600-F2A6-0E6C747C62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9326751"/>
              </p:ext>
            </p:extLst>
          </p:nvPr>
        </p:nvGraphicFramePr>
        <p:xfrm>
          <a:off x="360466" y="1137920"/>
          <a:ext cx="11417010" cy="335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0567">
                  <a:extLst>
                    <a:ext uri="{9D8B030D-6E8A-4147-A177-3AD203B41FA5}">
                      <a16:colId xmlns:a16="http://schemas.microsoft.com/office/drawing/2014/main" val="3030387853"/>
                    </a:ext>
                  </a:extLst>
                </a:gridCol>
                <a:gridCol w="380567">
                  <a:extLst>
                    <a:ext uri="{9D8B030D-6E8A-4147-A177-3AD203B41FA5}">
                      <a16:colId xmlns:a16="http://schemas.microsoft.com/office/drawing/2014/main" val="998578375"/>
                    </a:ext>
                  </a:extLst>
                </a:gridCol>
                <a:gridCol w="380567">
                  <a:extLst>
                    <a:ext uri="{9D8B030D-6E8A-4147-A177-3AD203B41FA5}">
                      <a16:colId xmlns:a16="http://schemas.microsoft.com/office/drawing/2014/main" val="4236555360"/>
                    </a:ext>
                  </a:extLst>
                </a:gridCol>
                <a:gridCol w="380567">
                  <a:extLst>
                    <a:ext uri="{9D8B030D-6E8A-4147-A177-3AD203B41FA5}">
                      <a16:colId xmlns:a16="http://schemas.microsoft.com/office/drawing/2014/main" val="1653877718"/>
                    </a:ext>
                  </a:extLst>
                </a:gridCol>
                <a:gridCol w="380567">
                  <a:extLst>
                    <a:ext uri="{9D8B030D-6E8A-4147-A177-3AD203B41FA5}">
                      <a16:colId xmlns:a16="http://schemas.microsoft.com/office/drawing/2014/main" val="3973423219"/>
                    </a:ext>
                  </a:extLst>
                </a:gridCol>
                <a:gridCol w="380567">
                  <a:extLst>
                    <a:ext uri="{9D8B030D-6E8A-4147-A177-3AD203B41FA5}">
                      <a16:colId xmlns:a16="http://schemas.microsoft.com/office/drawing/2014/main" val="3706076856"/>
                    </a:ext>
                  </a:extLst>
                </a:gridCol>
                <a:gridCol w="380567">
                  <a:extLst>
                    <a:ext uri="{9D8B030D-6E8A-4147-A177-3AD203B41FA5}">
                      <a16:colId xmlns:a16="http://schemas.microsoft.com/office/drawing/2014/main" val="2836924423"/>
                    </a:ext>
                  </a:extLst>
                </a:gridCol>
                <a:gridCol w="380567">
                  <a:extLst>
                    <a:ext uri="{9D8B030D-6E8A-4147-A177-3AD203B41FA5}">
                      <a16:colId xmlns:a16="http://schemas.microsoft.com/office/drawing/2014/main" val="1570911426"/>
                    </a:ext>
                  </a:extLst>
                </a:gridCol>
                <a:gridCol w="380567">
                  <a:extLst>
                    <a:ext uri="{9D8B030D-6E8A-4147-A177-3AD203B41FA5}">
                      <a16:colId xmlns:a16="http://schemas.microsoft.com/office/drawing/2014/main" val="936844212"/>
                    </a:ext>
                  </a:extLst>
                </a:gridCol>
                <a:gridCol w="380567">
                  <a:extLst>
                    <a:ext uri="{9D8B030D-6E8A-4147-A177-3AD203B41FA5}">
                      <a16:colId xmlns:a16="http://schemas.microsoft.com/office/drawing/2014/main" val="1657440678"/>
                    </a:ext>
                  </a:extLst>
                </a:gridCol>
                <a:gridCol w="380567">
                  <a:extLst>
                    <a:ext uri="{9D8B030D-6E8A-4147-A177-3AD203B41FA5}">
                      <a16:colId xmlns:a16="http://schemas.microsoft.com/office/drawing/2014/main" val="1600352131"/>
                    </a:ext>
                  </a:extLst>
                </a:gridCol>
                <a:gridCol w="380567">
                  <a:extLst>
                    <a:ext uri="{9D8B030D-6E8A-4147-A177-3AD203B41FA5}">
                      <a16:colId xmlns:a16="http://schemas.microsoft.com/office/drawing/2014/main" val="1626985829"/>
                    </a:ext>
                  </a:extLst>
                </a:gridCol>
                <a:gridCol w="380567">
                  <a:extLst>
                    <a:ext uri="{9D8B030D-6E8A-4147-A177-3AD203B41FA5}">
                      <a16:colId xmlns:a16="http://schemas.microsoft.com/office/drawing/2014/main" val="3706380935"/>
                    </a:ext>
                  </a:extLst>
                </a:gridCol>
                <a:gridCol w="380567">
                  <a:extLst>
                    <a:ext uri="{9D8B030D-6E8A-4147-A177-3AD203B41FA5}">
                      <a16:colId xmlns:a16="http://schemas.microsoft.com/office/drawing/2014/main" val="2094103635"/>
                    </a:ext>
                  </a:extLst>
                </a:gridCol>
                <a:gridCol w="380567">
                  <a:extLst>
                    <a:ext uri="{9D8B030D-6E8A-4147-A177-3AD203B41FA5}">
                      <a16:colId xmlns:a16="http://schemas.microsoft.com/office/drawing/2014/main" val="1078206526"/>
                    </a:ext>
                  </a:extLst>
                </a:gridCol>
                <a:gridCol w="380567">
                  <a:extLst>
                    <a:ext uri="{9D8B030D-6E8A-4147-A177-3AD203B41FA5}">
                      <a16:colId xmlns:a16="http://schemas.microsoft.com/office/drawing/2014/main" val="2150371887"/>
                    </a:ext>
                  </a:extLst>
                </a:gridCol>
                <a:gridCol w="380567">
                  <a:extLst>
                    <a:ext uri="{9D8B030D-6E8A-4147-A177-3AD203B41FA5}">
                      <a16:colId xmlns:a16="http://schemas.microsoft.com/office/drawing/2014/main" val="690491482"/>
                    </a:ext>
                  </a:extLst>
                </a:gridCol>
                <a:gridCol w="380567">
                  <a:extLst>
                    <a:ext uri="{9D8B030D-6E8A-4147-A177-3AD203B41FA5}">
                      <a16:colId xmlns:a16="http://schemas.microsoft.com/office/drawing/2014/main" val="1981203706"/>
                    </a:ext>
                  </a:extLst>
                </a:gridCol>
                <a:gridCol w="380567">
                  <a:extLst>
                    <a:ext uri="{9D8B030D-6E8A-4147-A177-3AD203B41FA5}">
                      <a16:colId xmlns:a16="http://schemas.microsoft.com/office/drawing/2014/main" val="898711374"/>
                    </a:ext>
                  </a:extLst>
                </a:gridCol>
                <a:gridCol w="380567">
                  <a:extLst>
                    <a:ext uri="{9D8B030D-6E8A-4147-A177-3AD203B41FA5}">
                      <a16:colId xmlns:a16="http://schemas.microsoft.com/office/drawing/2014/main" val="587688236"/>
                    </a:ext>
                  </a:extLst>
                </a:gridCol>
                <a:gridCol w="380567">
                  <a:extLst>
                    <a:ext uri="{9D8B030D-6E8A-4147-A177-3AD203B41FA5}">
                      <a16:colId xmlns:a16="http://schemas.microsoft.com/office/drawing/2014/main" val="1404938103"/>
                    </a:ext>
                  </a:extLst>
                </a:gridCol>
                <a:gridCol w="380567">
                  <a:extLst>
                    <a:ext uri="{9D8B030D-6E8A-4147-A177-3AD203B41FA5}">
                      <a16:colId xmlns:a16="http://schemas.microsoft.com/office/drawing/2014/main" val="4049287137"/>
                    </a:ext>
                  </a:extLst>
                </a:gridCol>
                <a:gridCol w="380567">
                  <a:extLst>
                    <a:ext uri="{9D8B030D-6E8A-4147-A177-3AD203B41FA5}">
                      <a16:colId xmlns:a16="http://schemas.microsoft.com/office/drawing/2014/main" val="2779689637"/>
                    </a:ext>
                  </a:extLst>
                </a:gridCol>
                <a:gridCol w="380567">
                  <a:extLst>
                    <a:ext uri="{9D8B030D-6E8A-4147-A177-3AD203B41FA5}">
                      <a16:colId xmlns:a16="http://schemas.microsoft.com/office/drawing/2014/main" val="3230844385"/>
                    </a:ext>
                  </a:extLst>
                </a:gridCol>
                <a:gridCol w="380567">
                  <a:extLst>
                    <a:ext uri="{9D8B030D-6E8A-4147-A177-3AD203B41FA5}">
                      <a16:colId xmlns:a16="http://schemas.microsoft.com/office/drawing/2014/main" val="143666827"/>
                    </a:ext>
                  </a:extLst>
                </a:gridCol>
                <a:gridCol w="380567">
                  <a:extLst>
                    <a:ext uri="{9D8B030D-6E8A-4147-A177-3AD203B41FA5}">
                      <a16:colId xmlns:a16="http://schemas.microsoft.com/office/drawing/2014/main" val="143683457"/>
                    </a:ext>
                  </a:extLst>
                </a:gridCol>
                <a:gridCol w="380567">
                  <a:extLst>
                    <a:ext uri="{9D8B030D-6E8A-4147-A177-3AD203B41FA5}">
                      <a16:colId xmlns:a16="http://schemas.microsoft.com/office/drawing/2014/main" val="3402537521"/>
                    </a:ext>
                  </a:extLst>
                </a:gridCol>
                <a:gridCol w="380567">
                  <a:extLst>
                    <a:ext uri="{9D8B030D-6E8A-4147-A177-3AD203B41FA5}">
                      <a16:colId xmlns:a16="http://schemas.microsoft.com/office/drawing/2014/main" val="295744871"/>
                    </a:ext>
                  </a:extLst>
                </a:gridCol>
                <a:gridCol w="380567">
                  <a:extLst>
                    <a:ext uri="{9D8B030D-6E8A-4147-A177-3AD203B41FA5}">
                      <a16:colId xmlns:a16="http://schemas.microsoft.com/office/drawing/2014/main" val="952701113"/>
                    </a:ext>
                  </a:extLst>
                </a:gridCol>
                <a:gridCol w="380567">
                  <a:extLst>
                    <a:ext uri="{9D8B030D-6E8A-4147-A177-3AD203B41FA5}">
                      <a16:colId xmlns:a16="http://schemas.microsoft.com/office/drawing/2014/main" val="969231727"/>
                    </a:ext>
                  </a:extLst>
                </a:gridCol>
              </a:tblGrid>
              <a:tr h="318347"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Ladder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4pco ko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Gc-4-1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Gc-3-1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Gc-1-8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Gc-1-9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Gc-7-1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Gc-8-1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Gc-8-2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Gc-1-12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Gc-1-13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Gc-1-15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Gc-5-1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Gc-3-2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Gc-1-16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Gc-5-2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Gc-1-2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Gc-1-4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Gc-1-5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Gc-1-6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Gc-1-7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Gc-1-10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Gc-1-14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Pp-7-1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Pp-7-2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Pp-7-3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Pp-7-4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Pp-7-5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Pp-7-6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6933614"/>
                  </a:ext>
                </a:extLst>
              </a:tr>
            </a:tbl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4D617D34-840D-A6F4-D7DE-3E4DD2E82885}"/>
              </a:ext>
            </a:extLst>
          </p:cNvPr>
          <p:cNvGrpSpPr/>
          <p:nvPr/>
        </p:nvGrpSpPr>
        <p:grpSpPr>
          <a:xfrm>
            <a:off x="0" y="1413936"/>
            <a:ext cx="522734" cy="3259657"/>
            <a:chOff x="437386" y="4979732"/>
            <a:chExt cx="522734" cy="260952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CF8F955-C0E6-8EDA-D11E-8BCA378C18A1}"/>
                </a:ext>
              </a:extLst>
            </p:cNvPr>
            <p:cNvSpPr txBox="1"/>
            <p:nvPr/>
          </p:nvSpPr>
          <p:spPr>
            <a:xfrm>
              <a:off x="490726" y="7358420"/>
              <a:ext cx="46939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250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1909BC8-1087-225D-2EFC-C5716394B47C}"/>
                </a:ext>
              </a:extLst>
            </p:cNvPr>
            <p:cNvSpPr txBox="1"/>
            <p:nvPr/>
          </p:nvSpPr>
          <p:spPr>
            <a:xfrm>
              <a:off x="490726" y="7039383"/>
              <a:ext cx="46939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500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5884748-503A-68F4-E3AF-DB63DF049E0A}"/>
                </a:ext>
              </a:extLst>
            </p:cNvPr>
            <p:cNvSpPr txBox="1"/>
            <p:nvPr/>
          </p:nvSpPr>
          <p:spPr>
            <a:xfrm>
              <a:off x="490726" y="6838106"/>
              <a:ext cx="469394" cy="2376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750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04839F3-6AE4-901D-EBE8-83B262B5CA6A}"/>
                </a:ext>
              </a:extLst>
            </p:cNvPr>
            <p:cNvSpPr txBox="1"/>
            <p:nvPr/>
          </p:nvSpPr>
          <p:spPr>
            <a:xfrm>
              <a:off x="490726" y="6282943"/>
              <a:ext cx="46939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1500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A8EAD51-DDB7-255C-C7E8-C87327DE8C11}"/>
                </a:ext>
              </a:extLst>
            </p:cNvPr>
            <p:cNvSpPr txBox="1"/>
            <p:nvPr/>
          </p:nvSpPr>
          <p:spPr>
            <a:xfrm>
              <a:off x="490726" y="6020514"/>
              <a:ext cx="46939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2000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23E3952-9B13-BB23-02F3-AF0D0E5453FA}"/>
                </a:ext>
              </a:extLst>
            </p:cNvPr>
            <p:cNvSpPr txBox="1"/>
            <p:nvPr/>
          </p:nvSpPr>
          <p:spPr>
            <a:xfrm>
              <a:off x="490726" y="5824083"/>
              <a:ext cx="46939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2500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0F6BF29-2CCB-F8FB-C41B-1D3997D0430C}"/>
                </a:ext>
              </a:extLst>
            </p:cNvPr>
            <p:cNvSpPr txBox="1"/>
            <p:nvPr/>
          </p:nvSpPr>
          <p:spPr>
            <a:xfrm>
              <a:off x="490726" y="5686325"/>
              <a:ext cx="469394" cy="2892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b="1" dirty="0">
                  <a:solidFill>
                    <a:schemeClr val="bg1"/>
                  </a:solidFill>
                </a:rPr>
                <a:t>3000</a:t>
              </a:r>
              <a:endParaRPr lang="en-GB" sz="900" dirty="0">
                <a:solidFill>
                  <a:schemeClr val="bg1"/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C202AD4-4CE9-257C-7C94-816B39568E51}"/>
                </a:ext>
              </a:extLst>
            </p:cNvPr>
            <p:cNvSpPr txBox="1"/>
            <p:nvPr/>
          </p:nvSpPr>
          <p:spPr>
            <a:xfrm>
              <a:off x="490726" y="5570909"/>
              <a:ext cx="46939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3500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046E941-48F9-6098-93B3-B67B4D6F16D5}"/>
                </a:ext>
              </a:extLst>
            </p:cNvPr>
            <p:cNvSpPr txBox="1"/>
            <p:nvPr/>
          </p:nvSpPr>
          <p:spPr>
            <a:xfrm>
              <a:off x="490726" y="5455692"/>
              <a:ext cx="46939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4000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FB43B69-2A78-B1BD-2581-3A1E4396F30D}"/>
                </a:ext>
              </a:extLst>
            </p:cNvPr>
            <p:cNvSpPr txBox="1"/>
            <p:nvPr/>
          </p:nvSpPr>
          <p:spPr>
            <a:xfrm>
              <a:off x="490726" y="5310039"/>
              <a:ext cx="46939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5000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F9A3198-CFF1-ED07-5D6A-D8D44E363BED}"/>
                </a:ext>
              </a:extLst>
            </p:cNvPr>
            <p:cNvSpPr txBox="1"/>
            <p:nvPr/>
          </p:nvSpPr>
          <p:spPr>
            <a:xfrm>
              <a:off x="490726" y="5191062"/>
              <a:ext cx="469394" cy="2892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b="1" dirty="0">
                  <a:solidFill>
                    <a:schemeClr val="bg1"/>
                  </a:solidFill>
                </a:rPr>
                <a:t>6000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442E9FF-02EC-8210-A292-6E0BB031F9E2}"/>
                </a:ext>
              </a:extLst>
            </p:cNvPr>
            <p:cNvSpPr txBox="1"/>
            <p:nvPr/>
          </p:nvSpPr>
          <p:spPr>
            <a:xfrm>
              <a:off x="490726" y="5077869"/>
              <a:ext cx="46939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8000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E59BBFA-5DF7-5738-D29D-659F6EA783ED}"/>
                </a:ext>
              </a:extLst>
            </p:cNvPr>
            <p:cNvSpPr txBox="1"/>
            <p:nvPr/>
          </p:nvSpPr>
          <p:spPr>
            <a:xfrm>
              <a:off x="437386" y="4979732"/>
              <a:ext cx="52273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10000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9E31703-5C72-04E5-4F29-EF152E493724}"/>
                </a:ext>
              </a:extLst>
            </p:cNvPr>
            <p:cNvSpPr txBox="1"/>
            <p:nvPr/>
          </p:nvSpPr>
          <p:spPr>
            <a:xfrm>
              <a:off x="490726" y="6563609"/>
              <a:ext cx="469394" cy="2892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b="1" dirty="0">
                  <a:solidFill>
                    <a:schemeClr val="bg1"/>
                  </a:solidFill>
                </a:rPr>
                <a:t>1000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628016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BD1489-3B27-9583-0106-49681C5A49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010" y="1320800"/>
            <a:ext cx="11431018" cy="4206239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0276E12-CD75-B4CC-9689-A9B112AA48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0447440"/>
              </p:ext>
            </p:extLst>
          </p:nvPr>
        </p:nvGraphicFramePr>
        <p:xfrm>
          <a:off x="782425" y="1320800"/>
          <a:ext cx="1122561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4187">
                  <a:extLst>
                    <a:ext uri="{9D8B030D-6E8A-4147-A177-3AD203B41FA5}">
                      <a16:colId xmlns:a16="http://schemas.microsoft.com/office/drawing/2014/main" val="3935258010"/>
                    </a:ext>
                  </a:extLst>
                </a:gridCol>
                <a:gridCol w="374187">
                  <a:extLst>
                    <a:ext uri="{9D8B030D-6E8A-4147-A177-3AD203B41FA5}">
                      <a16:colId xmlns:a16="http://schemas.microsoft.com/office/drawing/2014/main" val="730043372"/>
                    </a:ext>
                  </a:extLst>
                </a:gridCol>
                <a:gridCol w="374187">
                  <a:extLst>
                    <a:ext uri="{9D8B030D-6E8A-4147-A177-3AD203B41FA5}">
                      <a16:colId xmlns:a16="http://schemas.microsoft.com/office/drawing/2014/main" val="3283644659"/>
                    </a:ext>
                  </a:extLst>
                </a:gridCol>
                <a:gridCol w="374187">
                  <a:extLst>
                    <a:ext uri="{9D8B030D-6E8A-4147-A177-3AD203B41FA5}">
                      <a16:colId xmlns:a16="http://schemas.microsoft.com/office/drawing/2014/main" val="2866850204"/>
                    </a:ext>
                  </a:extLst>
                </a:gridCol>
                <a:gridCol w="374187">
                  <a:extLst>
                    <a:ext uri="{9D8B030D-6E8A-4147-A177-3AD203B41FA5}">
                      <a16:colId xmlns:a16="http://schemas.microsoft.com/office/drawing/2014/main" val="3205647660"/>
                    </a:ext>
                  </a:extLst>
                </a:gridCol>
                <a:gridCol w="374187">
                  <a:extLst>
                    <a:ext uri="{9D8B030D-6E8A-4147-A177-3AD203B41FA5}">
                      <a16:colId xmlns:a16="http://schemas.microsoft.com/office/drawing/2014/main" val="3226851077"/>
                    </a:ext>
                  </a:extLst>
                </a:gridCol>
                <a:gridCol w="374187">
                  <a:extLst>
                    <a:ext uri="{9D8B030D-6E8A-4147-A177-3AD203B41FA5}">
                      <a16:colId xmlns:a16="http://schemas.microsoft.com/office/drawing/2014/main" val="92971490"/>
                    </a:ext>
                  </a:extLst>
                </a:gridCol>
                <a:gridCol w="374187">
                  <a:extLst>
                    <a:ext uri="{9D8B030D-6E8A-4147-A177-3AD203B41FA5}">
                      <a16:colId xmlns:a16="http://schemas.microsoft.com/office/drawing/2014/main" val="4137833475"/>
                    </a:ext>
                  </a:extLst>
                </a:gridCol>
                <a:gridCol w="374187">
                  <a:extLst>
                    <a:ext uri="{9D8B030D-6E8A-4147-A177-3AD203B41FA5}">
                      <a16:colId xmlns:a16="http://schemas.microsoft.com/office/drawing/2014/main" val="296070072"/>
                    </a:ext>
                  </a:extLst>
                </a:gridCol>
                <a:gridCol w="374187">
                  <a:extLst>
                    <a:ext uri="{9D8B030D-6E8A-4147-A177-3AD203B41FA5}">
                      <a16:colId xmlns:a16="http://schemas.microsoft.com/office/drawing/2014/main" val="1064266980"/>
                    </a:ext>
                  </a:extLst>
                </a:gridCol>
                <a:gridCol w="374187">
                  <a:extLst>
                    <a:ext uri="{9D8B030D-6E8A-4147-A177-3AD203B41FA5}">
                      <a16:colId xmlns:a16="http://schemas.microsoft.com/office/drawing/2014/main" val="2906270306"/>
                    </a:ext>
                  </a:extLst>
                </a:gridCol>
                <a:gridCol w="374187">
                  <a:extLst>
                    <a:ext uri="{9D8B030D-6E8A-4147-A177-3AD203B41FA5}">
                      <a16:colId xmlns:a16="http://schemas.microsoft.com/office/drawing/2014/main" val="3126648633"/>
                    </a:ext>
                  </a:extLst>
                </a:gridCol>
                <a:gridCol w="374187">
                  <a:extLst>
                    <a:ext uri="{9D8B030D-6E8A-4147-A177-3AD203B41FA5}">
                      <a16:colId xmlns:a16="http://schemas.microsoft.com/office/drawing/2014/main" val="1991168683"/>
                    </a:ext>
                  </a:extLst>
                </a:gridCol>
                <a:gridCol w="374187">
                  <a:extLst>
                    <a:ext uri="{9D8B030D-6E8A-4147-A177-3AD203B41FA5}">
                      <a16:colId xmlns:a16="http://schemas.microsoft.com/office/drawing/2014/main" val="2661762645"/>
                    </a:ext>
                  </a:extLst>
                </a:gridCol>
                <a:gridCol w="374187">
                  <a:extLst>
                    <a:ext uri="{9D8B030D-6E8A-4147-A177-3AD203B41FA5}">
                      <a16:colId xmlns:a16="http://schemas.microsoft.com/office/drawing/2014/main" val="4197871206"/>
                    </a:ext>
                  </a:extLst>
                </a:gridCol>
                <a:gridCol w="374187">
                  <a:extLst>
                    <a:ext uri="{9D8B030D-6E8A-4147-A177-3AD203B41FA5}">
                      <a16:colId xmlns:a16="http://schemas.microsoft.com/office/drawing/2014/main" val="3937445856"/>
                    </a:ext>
                  </a:extLst>
                </a:gridCol>
                <a:gridCol w="374187">
                  <a:extLst>
                    <a:ext uri="{9D8B030D-6E8A-4147-A177-3AD203B41FA5}">
                      <a16:colId xmlns:a16="http://schemas.microsoft.com/office/drawing/2014/main" val="1035027003"/>
                    </a:ext>
                  </a:extLst>
                </a:gridCol>
                <a:gridCol w="374187">
                  <a:extLst>
                    <a:ext uri="{9D8B030D-6E8A-4147-A177-3AD203B41FA5}">
                      <a16:colId xmlns:a16="http://schemas.microsoft.com/office/drawing/2014/main" val="4017135728"/>
                    </a:ext>
                  </a:extLst>
                </a:gridCol>
                <a:gridCol w="374187">
                  <a:extLst>
                    <a:ext uri="{9D8B030D-6E8A-4147-A177-3AD203B41FA5}">
                      <a16:colId xmlns:a16="http://schemas.microsoft.com/office/drawing/2014/main" val="2913150484"/>
                    </a:ext>
                  </a:extLst>
                </a:gridCol>
                <a:gridCol w="374187">
                  <a:extLst>
                    <a:ext uri="{9D8B030D-6E8A-4147-A177-3AD203B41FA5}">
                      <a16:colId xmlns:a16="http://schemas.microsoft.com/office/drawing/2014/main" val="858727404"/>
                    </a:ext>
                  </a:extLst>
                </a:gridCol>
                <a:gridCol w="374187">
                  <a:extLst>
                    <a:ext uri="{9D8B030D-6E8A-4147-A177-3AD203B41FA5}">
                      <a16:colId xmlns:a16="http://schemas.microsoft.com/office/drawing/2014/main" val="3975786691"/>
                    </a:ext>
                  </a:extLst>
                </a:gridCol>
                <a:gridCol w="374187">
                  <a:extLst>
                    <a:ext uri="{9D8B030D-6E8A-4147-A177-3AD203B41FA5}">
                      <a16:colId xmlns:a16="http://schemas.microsoft.com/office/drawing/2014/main" val="169744567"/>
                    </a:ext>
                  </a:extLst>
                </a:gridCol>
                <a:gridCol w="374187">
                  <a:extLst>
                    <a:ext uri="{9D8B030D-6E8A-4147-A177-3AD203B41FA5}">
                      <a16:colId xmlns:a16="http://schemas.microsoft.com/office/drawing/2014/main" val="1724566860"/>
                    </a:ext>
                  </a:extLst>
                </a:gridCol>
                <a:gridCol w="374187">
                  <a:extLst>
                    <a:ext uri="{9D8B030D-6E8A-4147-A177-3AD203B41FA5}">
                      <a16:colId xmlns:a16="http://schemas.microsoft.com/office/drawing/2014/main" val="3555759676"/>
                    </a:ext>
                  </a:extLst>
                </a:gridCol>
                <a:gridCol w="374187">
                  <a:extLst>
                    <a:ext uri="{9D8B030D-6E8A-4147-A177-3AD203B41FA5}">
                      <a16:colId xmlns:a16="http://schemas.microsoft.com/office/drawing/2014/main" val="2397294280"/>
                    </a:ext>
                  </a:extLst>
                </a:gridCol>
                <a:gridCol w="374187">
                  <a:extLst>
                    <a:ext uri="{9D8B030D-6E8A-4147-A177-3AD203B41FA5}">
                      <a16:colId xmlns:a16="http://schemas.microsoft.com/office/drawing/2014/main" val="892163372"/>
                    </a:ext>
                  </a:extLst>
                </a:gridCol>
                <a:gridCol w="374187">
                  <a:extLst>
                    <a:ext uri="{9D8B030D-6E8A-4147-A177-3AD203B41FA5}">
                      <a16:colId xmlns:a16="http://schemas.microsoft.com/office/drawing/2014/main" val="2423911041"/>
                    </a:ext>
                  </a:extLst>
                </a:gridCol>
                <a:gridCol w="374187">
                  <a:extLst>
                    <a:ext uri="{9D8B030D-6E8A-4147-A177-3AD203B41FA5}">
                      <a16:colId xmlns:a16="http://schemas.microsoft.com/office/drawing/2014/main" val="3696935751"/>
                    </a:ext>
                  </a:extLst>
                </a:gridCol>
                <a:gridCol w="374187">
                  <a:extLst>
                    <a:ext uri="{9D8B030D-6E8A-4147-A177-3AD203B41FA5}">
                      <a16:colId xmlns:a16="http://schemas.microsoft.com/office/drawing/2014/main" val="3150425872"/>
                    </a:ext>
                  </a:extLst>
                </a:gridCol>
                <a:gridCol w="374187">
                  <a:extLst>
                    <a:ext uri="{9D8B030D-6E8A-4147-A177-3AD203B41FA5}">
                      <a16:colId xmlns:a16="http://schemas.microsoft.com/office/drawing/2014/main" val="422027939"/>
                    </a:ext>
                  </a:extLst>
                </a:gridCol>
              </a:tblGrid>
              <a:tr h="287867"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Ladder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Pp-7-7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Pp-7-8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Pp-7-9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Pp-7-10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Pp-7-11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Pp-7-12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Pp-7-13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Pp-7-14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Pp-7-15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Pp-7-17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Pp-7-18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Pp-7-20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Pp-7-22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Pp-5-1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Pp-7-28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Pp-9-1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Pp-7-25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Pp-8-1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Pp-1-1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Pp-7-27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Pp-2-6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Pp7-30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Pp-7-23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Pp-7-24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Pp-8-2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Pp-7-31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Pp-7-29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8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8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5097133"/>
                  </a:ext>
                </a:extLst>
              </a:tr>
            </a:tbl>
          </a:graphicData>
        </a:graphic>
      </p:graphicFrame>
      <p:sp>
        <p:nvSpPr>
          <p:cNvPr id="19" name="Rectangle 18">
            <a:extLst>
              <a:ext uri="{FF2B5EF4-FFF2-40B4-BE49-F238E27FC236}">
                <a16:creationId xmlns:a16="http://schemas.microsoft.com/office/drawing/2014/main" id="{52E31041-8CBF-9F9D-970D-779D21BB77D5}"/>
              </a:ext>
            </a:extLst>
          </p:cNvPr>
          <p:cNvSpPr/>
          <p:nvPr/>
        </p:nvSpPr>
        <p:spPr>
          <a:xfrm>
            <a:off x="55775" y="1330961"/>
            <a:ext cx="575035" cy="4196078"/>
          </a:xfrm>
          <a:prstGeom prst="rect">
            <a:avLst/>
          </a:prstGeom>
          <a:solidFill>
            <a:srgbClr val="1F1F1F"/>
          </a:solid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4DD4A95-7F7F-2EF5-8C0D-2A1D993696DD}"/>
              </a:ext>
            </a:extLst>
          </p:cNvPr>
          <p:cNvGrpSpPr/>
          <p:nvPr/>
        </p:nvGrpSpPr>
        <p:grpSpPr>
          <a:xfrm>
            <a:off x="172061" y="1605955"/>
            <a:ext cx="522734" cy="3474039"/>
            <a:chOff x="437386" y="5024360"/>
            <a:chExt cx="522734" cy="2741128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B278FE6-F934-2885-1950-F5DC40A58598}"/>
                </a:ext>
              </a:extLst>
            </p:cNvPr>
            <p:cNvSpPr txBox="1"/>
            <p:nvPr/>
          </p:nvSpPr>
          <p:spPr>
            <a:xfrm>
              <a:off x="490726" y="7534656"/>
              <a:ext cx="46939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250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0532C5C-A860-891B-E0BE-6D82A9A98800}"/>
                </a:ext>
              </a:extLst>
            </p:cNvPr>
            <p:cNvSpPr txBox="1"/>
            <p:nvPr/>
          </p:nvSpPr>
          <p:spPr>
            <a:xfrm>
              <a:off x="490726" y="7154610"/>
              <a:ext cx="46939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500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3A201C6-BAB5-343F-09FB-D6D2E64BE115}"/>
                </a:ext>
              </a:extLst>
            </p:cNvPr>
            <p:cNvSpPr txBox="1"/>
            <p:nvPr/>
          </p:nvSpPr>
          <p:spPr>
            <a:xfrm>
              <a:off x="490726" y="6838106"/>
              <a:ext cx="469394" cy="2376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750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15512D0-FD05-9765-765F-C7C30DC8A365}"/>
                </a:ext>
              </a:extLst>
            </p:cNvPr>
            <p:cNvSpPr txBox="1"/>
            <p:nvPr/>
          </p:nvSpPr>
          <p:spPr>
            <a:xfrm>
              <a:off x="490726" y="6379638"/>
              <a:ext cx="46939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1500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6C37D23-820C-E6D4-7818-1A9DB85EBD78}"/>
                </a:ext>
              </a:extLst>
            </p:cNvPr>
            <p:cNvSpPr txBox="1"/>
            <p:nvPr/>
          </p:nvSpPr>
          <p:spPr>
            <a:xfrm>
              <a:off x="490726" y="6146962"/>
              <a:ext cx="46939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2000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402B9C5-2F2F-7320-F167-E438918B9B76}"/>
                </a:ext>
              </a:extLst>
            </p:cNvPr>
            <p:cNvSpPr txBox="1"/>
            <p:nvPr/>
          </p:nvSpPr>
          <p:spPr>
            <a:xfrm>
              <a:off x="490726" y="5917693"/>
              <a:ext cx="46939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2500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2DFB962-4C34-4DEC-8831-82C9C43CC63D}"/>
                </a:ext>
              </a:extLst>
            </p:cNvPr>
            <p:cNvSpPr txBox="1"/>
            <p:nvPr/>
          </p:nvSpPr>
          <p:spPr>
            <a:xfrm>
              <a:off x="490726" y="5771166"/>
              <a:ext cx="469394" cy="2892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b="1" dirty="0">
                  <a:solidFill>
                    <a:schemeClr val="bg1"/>
                  </a:solidFill>
                </a:rPr>
                <a:t>3000</a:t>
              </a:r>
              <a:endParaRPr lang="en-GB" sz="900" dirty="0">
                <a:solidFill>
                  <a:schemeClr val="bg1"/>
                </a:solidFill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A58395D-E27F-E9FE-5660-4FCBF88ED334}"/>
                </a:ext>
              </a:extLst>
            </p:cNvPr>
            <p:cNvSpPr txBox="1"/>
            <p:nvPr/>
          </p:nvSpPr>
          <p:spPr>
            <a:xfrm>
              <a:off x="490726" y="5644637"/>
              <a:ext cx="46939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3500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8F59D3B-9013-FF7A-F300-CEBE680E1506}"/>
                </a:ext>
              </a:extLst>
            </p:cNvPr>
            <p:cNvSpPr txBox="1"/>
            <p:nvPr/>
          </p:nvSpPr>
          <p:spPr>
            <a:xfrm>
              <a:off x="490726" y="5522540"/>
              <a:ext cx="46939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4000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48DCD47-3F20-1D0B-AA38-8A7F0EE95EF2}"/>
                </a:ext>
              </a:extLst>
            </p:cNvPr>
            <p:cNvSpPr txBox="1"/>
            <p:nvPr/>
          </p:nvSpPr>
          <p:spPr>
            <a:xfrm>
              <a:off x="490726" y="5357792"/>
              <a:ext cx="46939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5000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967712A-0420-04C1-78DB-E6F6341593F2}"/>
                </a:ext>
              </a:extLst>
            </p:cNvPr>
            <p:cNvSpPr txBox="1"/>
            <p:nvPr/>
          </p:nvSpPr>
          <p:spPr>
            <a:xfrm>
              <a:off x="490726" y="5265365"/>
              <a:ext cx="469394" cy="2892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b="1" dirty="0">
                  <a:solidFill>
                    <a:schemeClr val="bg1"/>
                  </a:solidFill>
                </a:rPr>
                <a:t>6000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D887AA51-FE58-43DA-C1F1-4132BC4A0602}"/>
                </a:ext>
              </a:extLst>
            </p:cNvPr>
            <p:cNvSpPr txBox="1"/>
            <p:nvPr/>
          </p:nvSpPr>
          <p:spPr>
            <a:xfrm>
              <a:off x="490726" y="5112942"/>
              <a:ext cx="46939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8000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50F9C64-3AFD-0EB6-E6C0-919F7CAB143F}"/>
                </a:ext>
              </a:extLst>
            </p:cNvPr>
            <p:cNvSpPr txBox="1"/>
            <p:nvPr/>
          </p:nvSpPr>
          <p:spPr>
            <a:xfrm>
              <a:off x="437386" y="5024360"/>
              <a:ext cx="52273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10000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576679E8-64CF-3C00-4825-519502274897}"/>
                </a:ext>
              </a:extLst>
            </p:cNvPr>
            <p:cNvSpPr txBox="1"/>
            <p:nvPr/>
          </p:nvSpPr>
          <p:spPr>
            <a:xfrm>
              <a:off x="490726" y="6713211"/>
              <a:ext cx="469394" cy="2892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b="1" dirty="0">
                  <a:solidFill>
                    <a:schemeClr val="bg1"/>
                  </a:solidFill>
                </a:rPr>
                <a:t>1000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852515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55EFF-ACB2-8162-1A21-D4CC81662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LBb1/PCO5RV – </a:t>
            </a:r>
            <a:r>
              <a:rPr lang="en-GB" dirty="0" err="1"/>
              <a:t>tDNA</a:t>
            </a:r>
            <a:r>
              <a:rPr lang="en-GB" dirty="0"/>
              <a:t>	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13674D-F90B-4945-C23B-F5856EC768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Cyan</a:t>
            </a:r>
          </a:p>
        </p:txBody>
      </p:sp>
    </p:spTree>
    <p:extLst>
      <p:ext uri="{BB962C8B-B14F-4D97-AF65-F5344CB8AC3E}">
        <p14:creationId xmlns:p14="http://schemas.microsoft.com/office/powerpoint/2010/main" val="40895653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FE54C2-28C8-CA5A-BA96-AF98A30823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558" y="1549400"/>
            <a:ext cx="11338993" cy="37591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633CCC0-5761-658B-1295-CA71D983CC95}"/>
              </a:ext>
            </a:extLst>
          </p:cNvPr>
          <p:cNvSpPr/>
          <p:nvPr/>
        </p:nvSpPr>
        <p:spPr>
          <a:xfrm>
            <a:off x="189753" y="1549400"/>
            <a:ext cx="575035" cy="3759200"/>
          </a:xfrm>
          <a:prstGeom prst="rect">
            <a:avLst/>
          </a:prstGeom>
          <a:solidFill>
            <a:srgbClr val="0F0F0F"/>
          </a:solidFill>
          <a:ln>
            <a:solidFill>
              <a:srgbClr val="0E0E0E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BEEBE7-8A17-5FDB-9725-C21C6A38A9F3}"/>
              </a:ext>
            </a:extLst>
          </p:cNvPr>
          <p:cNvSpPr/>
          <p:nvPr/>
        </p:nvSpPr>
        <p:spPr>
          <a:xfrm rot="5400000">
            <a:off x="6211537" y="-4455373"/>
            <a:ext cx="575035" cy="11338994"/>
          </a:xfrm>
          <a:prstGeom prst="rect">
            <a:avLst/>
          </a:prstGeom>
          <a:solidFill>
            <a:srgbClr val="0F0F0F"/>
          </a:solidFill>
          <a:ln>
            <a:solidFill>
              <a:srgbClr val="0E0E0E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B316E2D-6A57-9F1D-308B-E26EA846F4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9686154"/>
              </p:ext>
            </p:extLst>
          </p:nvPr>
        </p:nvGraphicFramePr>
        <p:xfrm>
          <a:off x="883922" y="985523"/>
          <a:ext cx="1082547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849">
                  <a:extLst>
                    <a:ext uri="{9D8B030D-6E8A-4147-A177-3AD203B41FA5}">
                      <a16:colId xmlns:a16="http://schemas.microsoft.com/office/drawing/2014/main" val="2821198558"/>
                    </a:ext>
                  </a:extLst>
                </a:gridCol>
                <a:gridCol w="360849">
                  <a:extLst>
                    <a:ext uri="{9D8B030D-6E8A-4147-A177-3AD203B41FA5}">
                      <a16:colId xmlns:a16="http://schemas.microsoft.com/office/drawing/2014/main" val="4138914853"/>
                    </a:ext>
                  </a:extLst>
                </a:gridCol>
                <a:gridCol w="360849">
                  <a:extLst>
                    <a:ext uri="{9D8B030D-6E8A-4147-A177-3AD203B41FA5}">
                      <a16:colId xmlns:a16="http://schemas.microsoft.com/office/drawing/2014/main" val="498617043"/>
                    </a:ext>
                  </a:extLst>
                </a:gridCol>
                <a:gridCol w="360849">
                  <a:extLst>
                    <a:ext uri="{9D8B030D-6E8A-4147-A177-3AD203B41FA5}">
                      <a16:colId xmlns:a16="http://schemas.microsoft.com/office/drawing/2014/main" val="3524061908"/>
                    </a:ext>
                  </a:extLst>
                </a:gridCol>
                <a:gridCol w="360849">
                  <a:extLst>
                    <a:ext uri="{9D8B030D-6E8A-4147-A177-3AD203B41FA5}">
                      <a16:colId xmlns:a16="http://schemas.microsoft.com/office/drawing/2014/main" val="73361145"/>
                    </a:ext>
                  </a:extLst>
                </a:gridCol>
                <a:gridCol w="360849">
                  <a:extLst>
                    <a:ext uri="{9D8B030D-6E8A-4147-A177-3AD203B41FA5}">
                      <a16:colId xmlns:a16="http://schemas.microsoft.com/office/drawing/2014/main" val="354187012"/>
                    </a:ext>
                  </a:extLst>
                </a:gridCol>
                <a:gridCol w="360849">
                  <a:extLst>
                    <a:ext uri="{9D8B030D-6E8A-4147-A177-3AD203B41FA5}">
                      <a16:colId xmlns:a16="http://schemas.microsoft.com/office/drawing/2014/main" val="1621869752"/>
                    </a:ext>
                  </a:extLst>
                </a:gridCol>
                <a:gridCol w="360849">
                  <a:extLst>
                    <a:ext uri="{9D8B030D-6E8A-4147-A177-3AD203B41FA5}">
                      <a16:colId xmlns:a16="http://schemas.microsoft.com/office/drawing/2014/main" val="3462222046"/>
                    </a:ext>
                  </a:extLst>
                </a:gridCol>
                <a:gridCol w="360849">
                  <a:extLst>
                    <a:ext uri="{9D8B030D-6E8A-4147-A177-3AD203B41FA5}">
                      <a16:colId xmlns:a16="http://schemas.microsoft.com/office/drawing/2014/main" val="1360327059"/>
                    </a:ext>
                  </a:extLst>
                </a:gridCol>
                <a:gridCol w="360849">
                  <a:extLst>
                    <a:ext uri="{9D8B030D-6E8A-4147-A177-3AD203B41FA5}">
                      <a16:colId xmlns:a16="http://schemas.microsoft.com/office/drawing/2014/main" val="4246220545"/>
                    </a:ext>
                  </a:extLst>
                </a:gridCol>
                <a:gridCol w="360849">
                  <a:extLst>
                    <a:ext uri="{9D8B030D-6E8A-4147-A177-3AD203B41FA5}">
                      <a16:colId xmlns:a16="http://schemas.microsoft.com/office/drawing/2014/main" val="3822247505"/>
                    </a:ext>
                  </a:extLst>
                </a:gridCol>
                <a:gridCol w="360849">
                  <a:extLst>
                    <a:ext uri="{9D8B030D-6E8A-4147-A177-3AD203B41FA5}">
                      <a16:colId xmlns:a16="http://schemas.microsoft.com/office/drawing/2014/main" val="1534814133"/>
                    </a:ext>
                  </a:extLst>
                </a:gridCol>
                <a:gridCol w="360849">
                  <a:extLst>
                    <a:ext uri="{9D8B030D-6E8A-4147-A177-3AD203B41FA5}">
                      <a16:colId xmlns:a16="http://schemas.microsoft.com/office/drawing/2014/main" val="1253306861"/>
                    </a:ext>
                  </a:extLst>
                </a:gridCol>
                <a:gridCol w="360849">
                  <a:extLst>
                    <a:ext uri="{9D8B030D-6E8A-4147-A177-3AD203B41FA5}">
                      <a16:colId xmlns:a16="http://schemas.microsoft.com/office/drawing/2014/main" val="599974153"/>
                    </a:ext>
                  </a:extLst>
                </a:gridCol>
                <a:gridCol w="360849">
                  <a:extLst>
                    <a:ext uri="{9D8B030D-6E8A-4147-A177-3AD203B41FA5}">
                      <a16:colId xmlns:a16="http://schemas.microsoft.com/office/drawing/2014/main" val="1861191161"/>
                    </a:ext>
                  </a:extLst>
                </a:gridCol>
                <a:gridCol w="360849">
                  <a:extLst>
                    <a:ext uri="{9D8B030D-6E8A-4147-A177-3AD203B41FA5}">
                      <a16:colId xmlns:a16="http://schemas.microsoft.com/office/drawing/2014/main" val="3360007034"/>
                    </a:ext>
                  </a:extLst>
                </a:gridCol>
                <a:gridCol w="360849">
                  <a:extLst>
                    <a:ext uri="{9D8B030D-6E8A-4147-A177-3AD203B41FA5}">
                      <a16:colId xmlns:a16="http://schemas.microsoft.com/office/drawing/2014/main" val="2580523665"/>
                    </a:ext>
                  </a:extLst>
                </a:gridCol>
                <a:gridCol w="360849">
                  <a:extLst>
                    <a:ext uri="{9D8B030D-6E8A-4147-A177-3AD203B41FA5}">
                      <a16:colId xmlns:a16="http://schemas.microsoft.com/office/drawing/2014/main" val="4233659469"/>
                    </a:ext>
                  </a:extLst>
                </a:gridCol>
                <a:gridCol w="360849">
                  <a:extLst>
                    <a:ext uri="{9D8B030D-6E8A-4147-A177-3AD203B41FA5}">
                      <a16:colId xmlns:a16="http://schemas.microsoft.com/office/drawing/2014/main" val="1205653409"/>
                    </a:ext>
                  </a:extLst>
                </a:gridCol>
                <a:gridCol w="360849">
                  <a:extLst>
                    <a:ext uri="{9D8B030D-6E8A-4147-A177-3AD203B41FA5}">
                      <a16:colId xmlns:a16="http://schemas.microsoft.com/office/drawing/2014/main" val="1276295494"/>
                    </a:ext>
                  </a:extLst>
                </a:gridCol>
                <a:gridCol w="360849">
                  <a:extLst>
                    <a:ext uri="{9D8B030D-6E8A-4147-A177-3AD203B41FA5}">
                      <a16:colId xmlns:a16="http://schemas.microsoft.com/office/drawing/2014/main" val="2007110507"/>
                    </a:ext>
                  </a:extLst>
                </a:gridCol>
                <a:gridCol w="360849">
                  <a:extLst>
                    <a:ext uri="{9D8B030D-6E8A-4147-A177-3AD203B41FA5}">
                      <a16:colId xmlns:a16="http://schemas.microsoft.com/office/drawing/2014/main" val="2914588183"/>
                    </a:ext>
                  </a:extLst>
                </a:gridCol>
                <a:gridCol w="360849">
                  <a:extLst>
                    <a:ext uri="{9D8B030D-6E8A-4147-A177-3AD203B41FA5}">
                      <a16:colId xmlns:a16="http://schemas.microsoft.com/office/drawing/2014/main" val="2426618603"/>
                    </a:ext>
                  </a:extLst>
                </a:gridCol>
                <a:gridCol w="360849">
                  <a:extLst>
                    <a:ext uri="{9D8B030D-6E8A-4147-A177-3AD203B41FA5}">
                      <a16:colId xmlns:a16="http://schemas.microsoft.com/office/drawing/2014/main" val="4048475833"/>
                    </a:ext>
                  </a:extLst>
                </a:gridCol>
                <a:gridCol w="360849">
                  <a:extLst>
                    <a:ext uri="{9D8B030D-6E8A-4147-A177-3AD203B41FA5}">
                      <a16:colId xmlns:a16="http://schemas.microsoft.com/office/drawing/2014/main" val="2737717049"/>
                    </a:ext>
                  </a:extLst>
                </a:gridCol>
                <a:gridCol w="360849">
                  <a:extLst>
                    <a:ext uri="{9D8B030D-6E8A-4147-A177-3AD203B41FA5}">
                      <a16:colId xmlns:a16="http://schemas.microsoft.com/office/drawing/2014/main" val="1105220932"/>
                    </a:ext>
                  </a:extLst>
                </a:gridCol>
                <a:gridCol w="360849">
                  <a:extLst>
                    <a:ext uri="{9D8B030D-6E8A-4147-A177-3AD203B41FA5}">
                      <a16:colId xmlns:a16="http://schemas.microsoft.com/office/drawing/2014/main" val="2367352315"/>
                    </a:ext>
                  </a:extLst>
                </a:gridCol>
                <a:gridCol w="360849">
                  <a:extLst>
                    <a:ext uri="{9D8B030D-6E8A-4147-A177-3AD203B41FA5}">
                      <a16:colId xmlns:a16="http://schemas.microsoft.com/office/drawing/2014/main" val="1917253420"/>
                    </a:ext>
                  </a:extLst>
                </a:gridCol>
                <a:gridCol w="360849">
                  <a:extLst>
                    <a:ext uri="{9D8B030D-6E8A-4147-A177-3AD203B41FA5}">
                      <a16:colId xmlns:a16="http://schemas.microsoft.com/office/drawing/2014/main" val="2861002738"/>
                    </a:ext>
                  </a:extLst>
                </a:gridCol>
                <a:gridCol w="360849">
                  <a:extLst>
                    <a:ext uri="{9D8B030D-6E8A-4147-A177-3AD203B41FA5}">
                      <a16:colId xmlns:a16="http://schemas.microsoft.com/office/drawing/2014/main" val="3189899990"/>
                    </a:ext>
                  </a:extLst>
                </a:gridCol>
              </a:tblGrid>
              <a:tr h="440268">
                <a:tc>
                  <a:txBody>
                    <a:bodyPr/>
                    <a:lstStyle/>
                    <a:p>
                      <a:r>
                        <a:rPr lang="en-GB" sz="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Ladder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4pco KO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Pp-10-1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Pp-10-2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Pp-10-3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Pp-10-4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Pp-10-5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Pp-10-6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Pp-10-7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Pp-10-8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Pp-10-9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Pp-10-10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Pp-10-11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Pp-10-12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Pp-10-13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Pp-10-14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Pp-10-15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Pp-10-16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Pp-10-17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Pp-10-18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Pp-10-19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Pp-10-20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Pp-10-21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Pp-10-22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Pp-10-23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Pp-10-24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Pp-10-25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Pp-10-26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Pp-10-27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2048470"/>
                  </a:ext>
                </a:extLst>
              </a:tr>
            </a:tbl>
          </a:graphicData>
        </a:graphic>
      </p:graphicFrame>
      <p:grpSp>
        <p:nvGrpSpPr>
          <p:cNvPr id="6" name="Group 5">
            <a:extLst>
              <a:ext uri="{FF2B5EF4-FFF2-40B4-BE49-F238E27FC236}">
                <a16:creationId xmlns:a16="http://schemas.microsoft.com/office/drawing/2014/main" id="{EE26B9DB-AC71-B00C-930C-57E46EC35A9F}"/>
              </a:ext>
            </a:extLst>
          </p:cNvPr>
          <p:cNvGrpSpPr/>
          <p:nvPr/>
        </p:nvGrpSpPr>
        <p:grpSpPr>
          <a:xfrm>
            <a:off x="172061" y="1703957"/>
            <a:ext cx="522734" cy="2900199"/>
            <a:chOff x="437386" y="5101685"/>
            <a:chExt cx="522734" cy="2288349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A3D3CB0-A05D-CA6C-25E3-B22BBB4827AC}"/>
                </a:ext>
              </a:extLst>
            </p:cNvPr>
            <p:cNvSpPr txBox="1"/>
            <p:nvPr/>
          </p:nvSpPr>
          <p:spPr>
            <a:xfrm>
              <a:off x="490726" y="7159202"/>
              <a:ext cx="46939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250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86FE11C-EED7-FADB-5558-9EC4F6F2470C}"/>
                </a:ext>
              </a:extLst>
            </p:cNvPr>
            <p:cNvSpPr txBox="1"/>
            <p:nvPr/>
          </p:nvSpPr>
          <p:spPr>
            <a:xfrm>
              <a:off x="490726" y="6885632"/>
              <a:ext cx="46939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500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14CEC2C-ECE3-2FB8-6BAC-C707164C67E1}"/>
                </a:ext>
              </a:extLst>
            </p:cNvPr>
            <p:cNvSpPr txBox="1"/>
            <p:nvPr/>
          </p:nvSpPr>
          <p:spPr>
            <a:xfrm>
              <a:off x="490726" y="6673171"/>
              <a:ext cx="469394" cy="2376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750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CE20032-F45C-9E4E-2CCA-0ABA228713E9}"/>
                </a:ext>
              </a:extLst>
            </p:cNvPr>
            <p:cNvSpPr txBox="1"/>
            <p:nvPr/>
          </p:nvSpPr>
          <p:spPr>
            <a:xfrm>
              <a:off x="490726" y="6134052"/>
              <a:ext cx="46939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1500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56C515C-DDBC-AF7F-0C7A-BB95870E009C}"/>
                </a:ext>
              </a:extLst>
            </p:cNvPr>
            <p:cNvSpPr txBox="1"/>
            <p:nvPr/>
          </p:nvSpPr>
          <p:spPr>
            <a:xfrm>
              <a:off x="490726" y="5939821"/>
              <a:ext cx="46939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2000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441E67F-660F-01E3-8DE3-F9FCAEE1787A}"/>
                </a:ext>
              </a:extLst>
            </p:cNvPr>
            <p:cNvSpPr txBox="1"/>
            <p:nvPr/>
          </p:nvSpPr>
          <p:spPr>
            <a:xfrm>
              <a:off x="490726" y="5770116"/>
              <a:ext cx="46939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2500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FC3D0E8-9F12-9EFC-DCC4-A00A2FF9020A}"/>
                </a:ext>
              </a:extLst>
            </p:cNvPr>
            <p:cNvSpPr txBox="1"/>
            <p:nvPr/>
          </p:nvSpPr>
          <p:spPr>
            <a:xfrm>
              <a:off x="490726" y="5650566"/>
              <a:ext cx="469394" cy="2892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b="1" dirty="0">
                  <a:solidFill>
                    <a:schemeClr val="bg1"/>
                  </a:solidFill>
                </a:rPr>
                <a:t>3000</a:t>
              </a:r>
              <a:endParaRPr lang="en-GB" sz="900" dirty="0">
                <a:solidFill>
                  <a:schemeClr val="bg1"/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D2CE3F6-AB1D-5D2A-7924-271C7BA5AFC4}"/>
                </a:ext>
              </a:extLst>
            </p:cNvPr>
            <p:cNvSpPr txBox="1"/>
            <p:nvPr/>
          </p:nvSpPr>
          <p:spPr>
            <a:xfrm>
              <a:off x="490726" y="5547964"/>
              <a:ext cx="46939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3500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8DCEAB4-3683-81DD-8C14-B37079D99E3E}"/>
                </a:ext>
              </a:extLst>
            </p:cNvPr>
            <p:cNvSpPr txBox="1"/>
            <p:nvPr/>
          </p:nvSpPr>
          <p:spPr>
            <a:xfrm>
              <a:off x="490726" y="5479720"/>
              <a:ext cx="46939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4000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1205E7A-0922-BEF0-B67C-38F6FFA033EA}"/>
                </a:ext>
              </a:extLst>
            </p:cNvPr>
            <p:cNvSpPr txBox="1"/>
            <p:nvPr/>
          </p:nvSpPr>
          <p:spPr>
            <a:xfrm>
              <a:off x="490726" y="5357792"/>
              <a:ext cx="46939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5000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E68A6EF-2FCE-EB14-4508-B8549E0503DA}"/>
                </a:ext>
              </a:extLst>
            </p:cNvPr>
            <p:cNvSpPr txBox="1"/>
            <p:nvPr/>
          </p:nvSpPr>
          <p:spPr>
            <a:xfrm>
              <a:off x="490726" y="5265365"/>
              <a:ext cx="469394" cy="2892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b="1" dirty="0">
                  <a:solidFill>
                    <a:schemeClr val="bg1"/>
                  </a:solidFill>
                </a:rPr>
                <a:t>6000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2E90158-FF5F-CA9A-C02D-DCB2C915DDBF}"/>
                </a:ext>
              </a:extLst>
            </p:cNvPr>
            <p:cNvSpPr txBox="1"/>
            <p:nvPr/>
          </p:nvSpPr>
          <p:spPr>
            <a:xfrm>
              <a:off x="490726" y="5190717"/>
              <a:ext cx="46939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8000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FA11D6D-434D-8700-DDFF-F3FC9E36519A}"/>
                </a:ext>
              </a:extLst>
            </p:cNvPr>
            <p:cNvSpPr txBox="1"/>
            <p:nvPr/>
          </p:nvSpPr>
          <p:spPr>
            <a:xfrm>
              <a:off x="437386" y="5101685"/>
              <a:ext cx="52273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10000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336EEE5-01B4-D6A2-3504-6E146DE26168}"/>
                </a:ext>
              </a:extLst>
            </p:cNvPr>
            <p:cNvSpPr txBox="1"/>
            <p:nvPr/>
          </p:nvSpPr>
          <p:spPr>
            <a:xfrm>
              <a:off x="490726" y="6438224"/>
              <a:ext cx="469394" cy="2892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b="1" dirty="0">
                  <a:solidFill>
                    <a:schemeClr val="bg1"/>
                  </a:solidFill>
                </a:rPr>
                <a:t>1000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651359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804DC1-7BD0-4793-9E80-158F10CD0A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869440"/>
            <a:ext cx="10879543" cy="311911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FA5A5AE-B9A2-33D5-E9E8-A8CC7384D901}"/>
              </a:ext>
            </a:extLst>
          </p:cNvPr>
          <p:cNvSpPr/>
          <p:nvPr/>
        </p:nvSpPr>
        <p:spPr>
          <a:xfrm rot="5400000">
            <a:off x="6432415" y="-3961491"/>
            <a:ext cx="575035" cy="10879543"/>
          </a:xfrm>
          <a:prstGeom prst="rect">
            <a:avLst/>
          </a:prstGeom>
          <a:solidFill>
            <a:srgbClr val="0F0F0F"/>
          </a:solidFill>
          <a:ln>
            <a:solidFill>
              <a:srgbClr val="0E0E0E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8D5A2B7-0BBC-458D-4C08-C8726072E9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2348528"/>
              </p:ext>
            </p:extLst>
          </p:nvPr>
        </p:nvGraphicFramePr>
        <p:xfrm>
          <a:off x="1280160" y="1298437"/>
          <a:ext cx="10322550" cy="46736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4085">
                  <a:extLst>
                    <a:ext uri="{9D8B030D-6E8A-4147-A177-3AD203B41FA5}">
                      <a16:colId xmlns:a16="http://schemas.microsoft.com/office/drawing/2014/main" val="3320895123"/>
                    </a:ext>
                  </a:extLst>
                </a:gridCol>
                <a:gridCol w="344085">
                  <a:extLst>
                    <a:ext uri="{9D8B030D-6E8A-4147-A177-3AD203B41FA5}">
                      <a16:colId xmlns:a16="http://schemas.microsoft.com/office/drawing/2014/main" val="1299368441"/>
                    </a:ext>
                  </a:extLst>
                </a:gridCol>
                <a:gridCol w="344085">
                  <a:extLst>
                    <a:ext uri="{9D8B030D-6E8A-4147-A177-3AD203B41FA5}">
                      <a16:colId xmlns:a16="http://schemas.microsoft.com/office/drawing/2014/main" val="3808006387"/>
                    </a:ext>
                  </a:extLst>
                </a:gridCol>
                <a:gridCol w="344085">
                  <a:extLst>
                    <a:ext uri="{9D8B030D-6E8A-4147-A177-3AD203B41FA5}">
                      <a16:colId xmlns:a16="http://schemas.microsoft.com/office/drawing/2014/main" val="2524043850"/>
                    </a:ext>
                  </a:extLst>
                </a:gridCol>
                <a:gridCol w="344085">
                  <a:extLst>
                    <a:ext uri="{9D8B030D-6E8A-4147-A177-3AD203B41FA5}">
                      <a16:colId xmlns:a16="http://schemas.microsoft.com/office/drawing/2014/main" val="3793157381"/>
                    </a:ext>
                  </a:extLst>
                </a:gridCol>
                <a:gridCol w="344085">
                  <a:extLst>
                    <a:ext uri="{9D8B030D-6E8A-4147-A177-3AD203B41FA5}">
                      <a16:colId xmlns:a16="http://schemas.microsoft.com/office/drawing/2014/main" val="979710961"/>
                    </a:ext>
                  </a:extLst>
                </a:gridCol>
                <a:gridCol w="344085">
                  <a:extLst>
                    <a:ext uri="{9D8B030D-6E8A-4147-A177-3AD203B41FA5}">
                      <a16:colId xmlns:a16="http://schemas.microsoft.com/office/drawing/2014/main" val="915719609"/>
                    </a:ext>
                  </a:extLst>
                </a:gridCol>
                <a:gridCol w="344085">
                  <a:extLst>
                    <a:ext uri="{9D8B030D-6E8A-4147-A177-3AD203B41FA5}">
                      <a16:colId xmlns:a16="http://schemas.microsoft.com/office/drawing/2014/main" val="3973774091"/>
                    </a:ext>
                  </a:extLst>
                </a:gridCol>
                <a:gridCol w="344085">
                  <a:extLst>
                    <a:ext uri="{9D8B030D-6E8A-4147-A177-3AD203B41FA5}">
                      <a16:colId xmlns:a16="http://schemas.microsoft.com/office/drawing/2014/main" val="2506154675"/>
                    </a:ext>
                  </a:extLst>
                </a:gridCol>
                <a:gridCol w="344085">
                  <a:extLst>
                    <a:ext uri="{9D8B030D-6E8A-4147-A177-3AD203B41FA5}">
                      <a16:colId xmlns:a16="http://schemas.microsoft.com/office/drawing/2014/main" val="3119692822"/>
                    </a:ext>
                  </a:extLst>
                </a:gridCol>
                <a:gridCol w="344085">
                  <a:extLst>
                    <a:ext uri="{9D8B030D-6E8A-4147-A177-3AD203B41FA5}">
                      <a16:colId xmlns:a16="http://schemas.microsoft.com/office/drawing/2014/main" val="765076888"/>
                    </a:ext>
                  </a:extLst>
                </a:gridCol>
                <a:gridCol w="344085">
                  <a:extLst>
                    <a:ext uri="{9D8B030D-6E8A-4147-A177-3AD203B41FA5}">
                      <a16:colId xmlns:a16="http://schemas.microsoft.com/office/drawing/2014/main" val="407146162"/>
                    </a:ext>
                  </a:extLst>
                </a:gridCol>
                <a:gridCol w="344085">
                  <a:extLst>
                    <a:ext uri="{9D8B030D-6E8A-4147-A177-3AD203B41FA5}">
                      <a16:colId xmlns:a16="http://schemas.microsoft.com/office/drawing/2014/main" val="1976435434"/>
                    </a:ext>
                  </a:extLst>
                </a:gridCol>
                <a:gridCol w="344085">
                  <a:extLst>
                    <a:ext uri="{9D8B030D-6E8A-4147-A177-3AD203B41FA5}">
                      <a16:colId xmlns:a16="http://schemas.microsoft.com/office/drawing/2014/main" val="350689616"/>
                    </a:ext>
                  </a:extLst>
                </a:gridCol>
                <a:gridCol w="344085">
                  <a:extLst>
                    <a:ext uri="{9D8B030D-6E8A-4147-A177-3AD203B41FA5}">
                      <a16:colId xmlns:a16="http://schemas.microsoft.com/office/drawing/2014/main" val="2140962274"/>
                    </a:ext>
                  </a:extLst>
                </a:gridCol>
                <a:gridCol w="344085">
                  <a:extLst>
                    <a:ext uri="{9D8B030D-6E8A-4147-A177-3AD203B41FA5}">
                      <a16:colId xmlns:a16="http://schemas.microsoft.com/office/drawing/2014/main" val="1744728848"/>
                    </a:ext>
                  </a:extLst>
                </a:gridCol>
                <a:gridCol w="344085">
                  <a:extLst>
                    <a:ext uri="{9D8B030D-6E8A-4147-A177-3AD203B41FA5}">
                      <a16:colId xmlns:a16="http://schemas.microsoft.com/office/drawing/2014/main" val="2482627664"/>
                    </a:ext>
                  </a:extLst>
                </a:gridCol>
                <a:gridCol w="344085">
                  <a:extLst>
                    <a:ext uri="{9D8B030D-6E8A-4147-A177-3AD203B41FA5}">
                      <a16:colId xmlns:a16="http://schemas.microsoft.com/office/drawing/2014/main" val="530862484"/>
                    </a:ext>
                  </a:extLst>
                </a:gridCol>
                <a:gridCol w="344085">
                  <a:extLst>
                    <a:ext uri="{9D8B030D-6E8A-4147-A177-3AD203B41FA5}">
                      <a16:colId xmlns:a16="http://schemas.microsoft.com/office/drawing/2014/main" val="2903123152"/>
                    </a:ext>
                  </a:extLst>
                </a:gridCol>
                <a:gridCol w="344085">
                  <a:extLst>
                    <a:ext uri="{9D8B030D-6E8A-4147-A177-3AD203B41FA5}">
                      <a16:colId xmlns:a16="http://schemas.microsoft.com/office/drawing/2014/main" val="3172353671"/>
                    </a:ext>
                  </a:extLst>
                </a:gridCol>
                <a:gridCol w="344085">
                  <a:extLst>
                    <a:ext uri="{9D8B030D-6E8A-4147-A177-3AD203B41FA5}">
                      <a16:colId xmlns:a16="http://schemas.microsoft.com/office/drawing/2014/main" val="1634048300"/>
                    </a:ext>
                  </a:extLst>
                </a:gridCol>
                <a:gridCol w="344085">
                  <a:extLst>
                    <a:ext uri="{9D8B030D-6E8A-4147-A177-3AD203B41FA5}">
                      <a16:colId xmlns:a16="http://schemas.microsoft.com/office/drawing/2014/main" val="2213688564"/>
                    </a:ext>
                  </a:extLst>
                </a:gridCol>
                <a:gridCol w="344085">
                  <a:extLst>
                    <a:ext uri="{9D8B030D-6E8A-4147-A177-3AD203B41FA5}">
                      <a16:colId xmlns:a16="http://schemas.microsoft.com/office/drawing/2014/main" val="633126378"/>
                    </a:ext>
                  </a:extLst>
                </a:gridCol>
                <a:gridCol w="344085">
                  <a:extLst>
                    <a:ext uri="{9D8B030D-6E8A-4147-A177-3AD203B41FA5}">
                      <a16:colId xmlns:a16="http://schemas.microsoft.com/office/drawing/2014/main" val="3497895186"/>
                    </a:ext>
                  </a:extLst>
                </a:gridCol>
                <a:gridCol w="344085">
                  <a:extLst>
                    <a:ext uri="{9D8B030D-6E8A-4147-A177-3AD203B41FA5}">
                      <a16:colId xmlns:a16="http://schemas.microsoft.com/office/drawing/2014/main" val="3810354735"/>
                    </a:ext>
                  </a:extLst>
                </a:gridCol>
                <a:gridCol w="344085">
                  <a:extLst>
                    <a:ext uri="{9D8B030D-6E8A-4147-A177-3AD203B41FA5}">
                      <a16:colId xmlns:a16="http://schemas.microsoft.com/office/drawing/2014/main" val="64134788"/>
                    </a:ext>
                  </a:extLst>
                </a:gridCol>
                <a:gridCol w="344085">
                  <a:extLst>
                    <a:ext uri="{9D8B030D-6E8A-4147-A177-3AD203B41FA5}">
                      <a16:colId xmlns:a16="http://schemas.microsoft.com/office/drawing/2014/main" val="2276333121"/>
                    </a:ext>
                  </a:extLst>
                </a:gridCol>
                <a:gridCol w="344085">
                  <a:extLst>
                    <a:ext uri="{9D8B030D-6E8A-4147-A177-3AD203B41FA5}">
                      <a16:colId xmlns:a16="http://schemas.microsoft.com/office/drawing/2014/main" val="3226322021"/>
                    </a:ext>
                  </a:extLst>
                </a:gridCol>
                <a:gridCol w="344085">
                  <a:extLst>
                    <a:ext uri="{9D8B030D-6E8A-4147-A177-3AD203B41FA5}">
                      <a16:colId xmlns:a16="http://schemas.microsoft.com/office/drawing/2014/main" val="2810686896"/>
                    </a:ext>
                  </a:extLst>
                </a:gridCol>
                <a:gridCol w="344085">
                  <a:extLst>
                    <a:ext uri="{9D8B030D-6E8A-4147-A177-3AD203B41FA5}">
                      <a16:colId xmlns:a16="http://schemas.microsoft.com/office/drawing/2014/main" val="3146902277"/>
                    </a:ext>
                  </a:extLst>
                </a:gridCol>
              </a:tblGrid>
              <a:tr h="467361"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Ladder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Pp-10-28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Pp-10-29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Pp-10-30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Pp-10-31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Pp-10-32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Pp-10-33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Pp-10-34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Pp-10-35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Pp-10-36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Pp-10-37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Pp-10-38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Pp-10-39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Pp-2-2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8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8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8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8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8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8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80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8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8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8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8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8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8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8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8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8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7248300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C6A1DF82-E4CC-5439-A42D-53682B651BB6}"/>
              </a:ext>
            </a:extLst>
          </p:cNvPr>
          <p:cNvGrpSpPr/>
          <p:nvPr/>
        </p:nvGrpSpPr>
        <p:grpSpPr>
          <a:xfrm>
            <a:off x="596153" y="1869440"/>
            <a:ext cx="575035" cy="3119119"/>
            <a:chOff x="596153" y="1869440"/>
            <a:chExt cx="575035" cy="31191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1A007F5-FDAF-32C3-80C4-CD93817AC9BA}"/>
                </a:ext>
              </a:extLst>
            </p:cNvPr>
            <p:cNvSpPr/>
            <p:nvPr/>
          </p:nvSpPr>
          <p:spPr>
            <a:xfrm>
              <a:off x="596153" y="1869440"/>
              <a:ext cx="575035" cy="3119119"/>
            </a:xfrm>
            <a:prstGeom prst="rect">
              <a:avLst/>
            </a:prstGeom>
            <a:solidFill>
              <a:srgbClr val="0F0F0F"/>
            </a:solidFill>
            <a:ln>
              <a:solidFill>
                <a:srgbClr val="0E0E0E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214BD11-5FC1-6B53-C989-B42F194B5065}"/>
                </a:ext>
              </a:extLst>
            </p:cNvPr>
            <p:cNvGrpSpPr/>
            <p:nvPr/>
          </p:nvGrpSpPr>
          <p:grpSpPr>
            <a:xfrm>
              <a:off x="648454" y="2039592"/>
              <a:ext cx="522734" cy="2900199"/>
              <a:chOff x="437386" y="5101685"/>
              <a:chExt cx="522734" cy="2288349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8504F22-B383-5900-3DAB-B8AA2A9359F4}"/>
                  </a:ext>
                </a:extLst>
              </p:cNvPr>
              <p:cNvSpPr txBox="1"/>
              <p:nvPr/>
            </p:nvSpPr>
            <p:spPr>
              <a:xfrm>
                <a:off x="490726" y="7159202"/>
                <a:ext cx="469394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dirty="0">
                    <a:solidFill>
                      <a:schemeClr val="bg1"/>
                    </a:solidFill>
                  </a:rPr>
                  <a:t>250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3FD4280-20F8-1AA9-C72A-051F85840A02}"/>
                  </a:ext>
                </a:extLst>
              </p:cNvPr>
              <p:cNvSpPr txBox="1"/>
              <p:nvPr/>
            </p:nvSpPr>
            <p:spPr>
              <a:xfrm>
                <a:off x="490726" y="6885632"/>
                <a:ext cx="469394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dirty="0">
                    <a:solidFill>
                      <a:schemeClr val="bg1"/>
                    </a:solidFill>
                  </a:rPr>
                  <a:t>500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317919E-477B-BD12-52B0-7D1EA8073EF9}"/>
                  </a:ext>
                </a:extLst>
              </p:cNvPr>
              <p:cNvSpPr txBox="1"/>
              <p:nvPr/>
            </p:nvSpPr>
            <p:spPr>
              <a:xfrm>
                <a:off x="490726" y="6673171"/>
                <a:ext cx="469394" cy="2376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dirty="0">
                    <a:solidFill>
                      <a:schemeClr val="bg1"/>
                    </a:solidFill>
                  </a:rPr>
                  <a:t>750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DAE497D-EA00-CAC1-4245-4226E69AC79D}"/>
                  </a:ext>
                </a:extLst>
              </p:cNvPr>
              <p:cNvSpPr txBox="1"/>
              <p:nvPr/>
            </p:nvSpPr>
            <p:spPr>
              <a:xfrm>
                <a:off x="490726" y="6134052"/>
                <a:ext cx="469394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dirty="0">
                    <a:solidFill>
                      <a:schemeClr val="bg1"/>
                    </a:solidFill>
                  </a:rPr>
                  <a:t>1500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3A03B0F-54F2-6B8F-5AEE-88D86FDD6217}"/>
                  </a:ext>
                </a:extLst>
              </p:cNvPr>
              <p:cNvSpPr txBox="1"/>
              <p:nvPr/>
            </p:nvSpPr>
            <p:spPr>
              <a:xfrm>
                <a:off x="490726" y="5939821"/>
                <a:ext cx="469394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dirty="0">
                    <a:solidFill>
                      <a:schemeClr val="bg1"/>
                    </a:solidFill>
                  </a:rPr>
                  <a:t>2000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6B66E5F-508F-6483-3F87-F21C08A33B2C}"/>
                  </a:ext>
                </a:extLst>
              </p:cNvPr>
              <p:cNvSpPr txBox="1"/>
              <p:nvPr/>
            </p:nvSpPr>
            <p:spPr>
              <a:xfrm>
                <a:off x="490726" y="5770116"/>
                <a:ext cx="469394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dirty="0">
                    <a:solidFill>
                      <a:schemeClr val="bg1"/>
                    </a:solidFill>
                  </a:rPr>
                  <a:t>2500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609ADCA-F39B-B961-F7C1-CAF6CC99FDB3}"/>
                  </a:ext>
                </a:extLst>
              </p:cNvPr>
              <p:cNvSpPr txBox="1"/>
              <p:nvPr/>
            </p:nvSpPr>
            <p:spPr>
              <a:xfrm>
                <a:off x="490726" y="5650566"/>
                <a:ext cx="469394" cy="2892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1" dirty="0">
                    <a:solidFill>
                      <a:schemeClr val="bg1"/>
                    </a:solidFill>
                  </a:rPr>
                  <a:t>3000</a:t>
                </a:r>
                <a:endParaRPr lang="en-GB" sz="9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98A28D3-7AB2-33F1-4CC6-A480B36753B7}"/>
                  </a:ext>
                </a:extLst>
              </p:cNvPr>
              <p:cNvSpPr txBox="1"/>
              <p:nvPr/>
            </p:nvSpPr>
            <p:spPr>
              <a:xfrm>
                <a:off x="490726" y="5547964"/>
                <a:ext cx="469394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dirty="0">
                    <a:solidFill>
                      <a:schemeClr val="bg1"/>
                    </a:solidFill>
                  </a:rPr>
                  <a:t>3500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F553300-F5F6-02B3-08B7-E8AB2EBB2E12}"/>
                  </a:ext>
                </a:extLst>
              </p:cNvPr>
              <p:cNvSpPr txBox="1"/>
              <p:nvPr/>
            </p:nvSpPr>
            <p:spPr>
              <a:xfrm>
                <a:off x="490726" y="5479720"/>
                <a:ext cx="469394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dirty="0">
                    <a:solidFill>
                      <a:schemeClr val="bg1"/>
                    </a:solidFill>
                  </a:rPr>
                  <a:t>4000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EA7DDC9-CE62-2BFC-F320-9E1A7224D7B8}"/>
                  </a:ext>
                </a:extLst>
              </p:cNvPr>
              <p:cNvSpPr txBox="1"/>
              <p:nvPr/>
            </p:nvSpPr>
            <p:spPr>
              <a:xfrm>
                <a:off x="490726" y="5357792"/>
                <a:ext cx="469394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dirty="0">
                    <a:solidFill>
                      <a:schemeClr val="bg1"/>
                    </a:solidFill>
                  </a:rPr>
                  <a:t>5000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1C96EBF-2DE2-6FBE-BACE-4627C9D7EDE1}"/>
                  </a:ext>
                </a:extLst>
              </p:cNvPr>
              <p:cNvSpPr txBox="1"/>
              <p:nvPr/>
            </p:nvSpPr>
            <p:spPr>
              <a:xfrm>
                <a:off x="490726" y="5265365"/>
                <a:ext cx="469394" cy="2892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1" dirty="0">
                    <a:solidFill>
                      <a:schemeClr val="bg1"/>
                    </a:solidFill>
                  </a:rPr>
                  <a:t>6000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8C20857-6C0E-A9B3-2D36-40E70FB003CB}"/>
                  </a:ext>
                </a:extLst>
              </p:cNvPr>
              <p:cNvSpPr txBox="1"/>
              <p:nvPr/>
            </p:nvSpPr>
            <p:spPr>
              <a:xfrm>
                <a:off x="490726" y="5190717"/>
                <a:ext cx="469394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dirty="0">
                    <a:solidFill>
                      <a:schemeClr val="bg1"/>
                    </a:solidFill>
                  </a:rPr>
                  <a:t>8000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8BBD257-7C62-E8E2-7CAD-67CDF690EE3C}"/>
                  </a:ext>
                </a:extLst>
              </p:cNvPr>
              <p:cNvSpPr txBox="1"/>
              <p:nvPr/>
            </p:nvSpPr>
            <p:spPr>
              <a:xfrm>
                <a:off x="437386" y="5101685"/>
                <a:ext cx="522734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dirty="0">
                    <a:solidFill>
                      <a:schemeClr val="bg1"/>
                    </a:solidFill>
                  </a:rPr>
                  <a:t>10000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7F8E6CF-438E-0570-9550-E11A892E754D}"/>
                  </a:ext>
                </a:extLst>
              </p:cNvPr>
              <p:cNvSpPr txBox="1"/>
              <p:nvPr/>
            </p:nvSpPr>
            <p:spPr>
              <a:xfrm>
                <a:off x="490726" y="6438224"/>
                <a:ext cx="469394" cy="2892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1" dirty="0">
                    <a:solidFill>
                      <a:schemeClr val="bg1"/>
                    </a:solidFill>
                  </a:rPr>
                  <a:t>1000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540852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3F4A0-A981-B7CC-D04F-5B439FA85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PpFW</a:t>
            </a:r>
            <a:r>
              <a:rPr lang="en-GB" dirty="0"/>
              <a:t>/</a:t>
            </a:r>
            <a:r>
              <a:rPr lang="en-GB" dirty="0" err="1"/>
              <a:t>PpRV</a:t>
            </a:r>
            <a:r>
              <a:rPr lang="en-GB" dirty="0"/>
              <a:t> – </a:t>
            </a:r>
            <a:r>
              <a:rPr lang="en-GB" dirty="0" err="1"/>
              <a:t>PpPCO</a:t>
            </a:r>
            <a:r>
              <a:rPr lang="en-GB" dirty="0"/>
              <a:t>	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76089C-5CE6-7846-D8C7-F6D203D2B6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Dark Blue/Green</a:t>
            </a:r>
          </a:p>
        </p:txBody>
      </p:sp>
    </p:spTree>
    <p:extLst>
      <p:ext uri="{BB962C8B-B14F-4D97-AF65-F5344CB8AC3E}">
        <p14:creationId xmlns:p14="http://schemas.microsoft.com/office/powerpoint/2010/main" val="22425413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CED295-D45C-A40A-A1E9-E2DBE1598F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600" y="1069064"/>
            <a:ext cx="11080245" cy="4722136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D3060BD-A57B-D99A-8109-2D049C8E6B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0084600"/>
              </p:ext>
            </p:extLst>
          </p:nvPr>
        </p:nvGraphicFramePr>
        <p:xfrm>
          <a:off x="1270000" y="1667933"/>
          <a:ext cx="10278539" cy="579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2617">
                  <a:extLst>
                    <a:ext uri="{9D8B030D-6E8A-4147-A177-3AD203B41FA5}">
                      <a16:colId xmlns:a16="http://schemas.microsoft.com/office/drawing/2014/main" val="272613827"/>
                    </a:ext>
                  </a:extLst>
                </a:gridCol>
                <a:gridCol w="342618">
                  <a:extLst>
                    <a:ext uri="{9D8B030D-6E8A-4147-A177-3AD203B41FA5}">
                      <a16:colId xmlns:a16="http://schemas.microsoft.com/office/drawing/2014/main" val="3614507341"/>
                    </a:ext>
                  </a:extLst>
                </a:gridCol>
                <a:gridCol w="342618">
                  <a:extLst>
                    <a:ext uri="{9D8B030D-6E8A-4147-A177-3AD203B41FA5}">
                      <a16:colId xmlns:a16="http://schemas.microsoft.com/office/drawing/2014/main" val="1699711464"/>
                    </a:ext>
                  </a:extLst>
                </a:gridCol>
                <a:gridCol w="342618">
                  <a:extLst>
                    <a:ext uri="{9D8B030D-6E8A-4147-A177-3AD203B41FA5}">
                      <a16:colId xmlns:a16="http://schemas.microsoft.com/office/drawing/2014/main" val="4089121504"/>
                    </a:ext>
                  </a:extLst>
                </a:gridCol>
                <a:gridCol w="342618">
                  <a:extLst>
                    <a:ext uri="{9D8B030D-6E8A-4147-A177-3AD203B41FA5}">
                      <a16:colId xmlns:a16="http://schemas.microsoft.com/office/drawing/2014/main" val="831723272"/>
                    </a:ext>
                  </a:extLst>
                </a:gridCol>
                <a:gridCol w="342618">
                  <a:extLst>
                    <a:ext uri="{9D8B030D-6E8A-4147-A177-3AD203B41FA5}">
                      <a16:colId xmlns:a16="http://schemas.microsoft.com/office/drawing/2014/main" val="1440473336"/>
                    </a:ext>
                  </a:extLst>
                </a:gridCol>
                <a:gridCol w="342618">
                  <a:extLst>
                    <a:ext uri="{9D8B030D-6E8A-4147-A177-3AD203B41FA5}">
                      <a16:colId xmlns:a16="http://schemas.microsoft.com/office/drawing/2014/main" val="2356234628"/>
                    </a:ext>
                  </a:extLst>
                </a:gridCol>
                <a:gridCol w="342618">
                  <a:extLst>
                    <a:ext uri="{9D8B030D-6E8A-4147-A177-3AD203B41FA5}">
                      <a16:colId xmlns:a16="http://schemas.microsoft.com/office/drawing/2014/main" val="803616849"/>
                    </a:ext>
                  </a:extLst>
                </a:gridCol>
                <a:gridCol w="342618">
                  <a:extLst>
                    <a:ext uri="{9D8B030D-6E8A-4147-A177-3AD203B41FA5}">
                      <a16:colId xmlns:a16="http://schemas.microsoft.com/office/drawing/2014/main" val="119120231"/>
                    </a:ext>
                  </a:extLst>
                </a:gridCol>
                <a:gridCol w="342618">
                  <a:extLst>
                    <a:ext uri="{9D8B030D-6E8A-4147-A177-3AD203B41FA5}">
                      <a16:colId xmlns:a16="http://schemas.microsoft.com/office/drawing/2014/main" val="1155422818"/>
                    </a:ext>
                  </a:extLst>
                </a:gridCol>
                <a:gridCol w="342618">
                  <a:extLst>
                    <a:ext uri="{9D8B030D-6E8A-4147-A177-3AD203B41FA5}">
                      <a16:colId xmlns:a16="http://schemas.microsoft.com/office/drawing/2014/main" val="2490252018"/>
                    </a:ext>
                  </a:extLst>
                </a:gridCol>
                <a:gridCol w="342618">
                  <a:extLst>
                    <a:ext uri="{9D8B030D-6E8A-4147-A177-3AD203B41FA5}">
                      <a16:colId xmlns:a16="http://schemas.microsoft.com/office/drawing/2014/main" val="1204619366"/>
                    </a:ext>
                  </a:extLst>
                </a:gridCol>
                <a:gridCol w="342618">
                  <a:extLst>
                    <a:ext uri="{9D8B030D-6E8A-4147-A177-3AD203B41FA5}">
                      <a16:colId xmlns:a16="http://schemas.microsoft.com/office/drawing/2014/main" val="2439322977"/>
                    </a:ext>
                  </a:extLst>
                </a:gridCol>
                <a:gridCol w="342618">
                  <a:extLst>
                    <a:ext uri="{9D8B030D-6E8A-4147-A177-3AD203B41FA5}">
                      <a16:colId xmlns:a16="http://schemas.microsoft.com/office/drawing/2014/main" val="1165354205"/>
                    </a:ext>
                  </a:extLst>
                </a:gridCol>
                <a:gridCol w="342618">
                  <a:extLst>
                    <a:ext uri="{9D8B030D-6E8A-4147-A177-3AD203B41FA5}">
                      <a16:colId xmlns:a16="http://schemas.microsoft.com/office/drawing/2014/main" val="1870557010"/>
                    </a:ext>
                  </a:extLst>
                </a:gridCol>
                <a:gridCol w="342618">
                  <a:extLst>
                    <a:ext uri="{9D8B030D-6E8A-4147-A177-3AD203B41FA5}">
                      <a16:colId xmlns:a16="http://schemas.microsoft.com/office/drawing/2014/main" val="2775994761"/>
                    </a:ext>
                  </a:extLst>
                </a:gridCol>
                <a:gridCol w="342618">
                  <a:extLst>
                    <a:ext uri="{9D8B030D-6E8A-4147-A177-3AD203B41FA5}">
                      <a16:colId xmlns:a16="http://schemas.microsoft.com/office/drawing/2014/main" val="4227918704"/>
                    </a:ext>
                  </a:extLst>
                </a:gridCol>
                <a:gridCol w="342618">
                  <a:extLst>
                    <a:ext uri="{9D8B030D-6E8A-4147-A177-3AD203B41FA5}">
                      <a16:colId xmlns:a16="http://schemas.microsoft.com/office/drawing/2014/main" val="3807158520"/>
                    </a:ext>
                  </a:extLst>
                </a:gridCol>
                <a:gridCol w="342618">
                  <a:extLst>
                    <a:ext uri="{9D8B030D-6E8A-4147-A177-3AD203B41FA5}">
                      <a16:colId xmlns:a16="http://schemas.microsoft.com/office/drawing/2014/main" val="597357070"/>
                    </a:ext>
                  </a:extLst>
                </a:gridCol>
                <a:gridCol w="342618">
                  <a:extLst>
                    <a:ext uri="{9D8B030D-6E8A-4147-A177-3AD203B41FA5}">
                      <a16:colId xmlns:a16="http://schemas.microsoft.com/office/drawing/2014/main" val="2857513989"/>
                    </a:ext>
                  </a:extLst>
                </a:gridCol>
                <a:gridCol w="342618">
                  <a:extLst>
                    <a:ext uri="{9D8B030D-6E8A-4147-A177-3AD203B41FA5}">
                      <a16:colId xmlns:a16="http://schemas.microsoft.com/office/drawing/2014/main" val="2172814537"/>
                    </a:ext>
                  </a:extLst>
                </a:gridCol>
                <a:gridCol w="342618">
                  <a:extLst>
                    <a:ext uri="{9D8B030D-6E8A-4147-A177-3AD203B41FA5}">
                      <a16:colId xmlns:a16="http://schemas.microsoft.com/office/drawing/2014/main" val="2840829523"/>
                    </a:ext>
                  </a:extLst>
                </a:gridCol>
                <a:gridCol w="342618">
                  <a:extLst>
                    <a:ext uri="{9D8B030D-6E8A-4147-A177-3AD203B41FA5}">
                      <a16:colId xmlns:a16="http://schemas.microsoft.com/office/drawing/2014/main" val="3011234417"/>
                    </a:ext>
                  </a:extLst>
                </a:gridCol>
                <a:gridCol w="342618">
                  <a:extLst>
                    <a:ext uri="{9D8B030D-6E8A-4147-A177-3AD203B41FA5}">
                      <a16:colId xmlns:a16="http://schemas.microsoft.com/office/drawing/2014/main" val="2537282247"/>
                    </a:ext>
                  </a:extLst>
                </a:gridCol>
                <a:gridCol w="342618">
                  <a:extLst>
                    <a:ext uri="{9D8B030D-6E8A-4147-A177-3AD203B41FA5}">
                      <a16:colId xmlns:a16="http://schemas.microsoft.com/office/drawing/2014/main" val="1979757811"/>
                    </a:ext>
                  </a:extLst>
                </a:gridCol>
                <a:gridCol w="342618">
                  <a:extLst>
                    <a:ext uri="{9D8B030D-6E8A-4147-A177-3AD203B41FA5}">
                      <a16:colId xmlns:a16="http://schemas.microsoft.com/office/drawing/2014/main" val="3658880046"/>
                    </a:ext>
                  </a:extLst>
                </a:gridCol>
                <a:gridCol w="342618">
                  <a:extLst>
                    <a:ext uri="{9D8B030D-6E8A-4147-A177-3AD203B41FA5}">
                      <a16:colId xmlns:a16="http://schemas.microsoft.com/office/drawing/2014/main" val="23921819"/>
                    </a:ext>
                  </a:extLst>
                </a:gridCol>
                <a:gridCol w="342618">
                  <a:extLst>
                    <a:ext uri="{9D8B030D-6E8A-4147-A177-3AD203B41FA5}">
                      <a16:colId xmlns:a16="http://schemas.microsoft.com/office/drawing/2014/main" val="52390975"/>
                    </a:ext>
                  </a:extLst>
                </a:gridCol>
                <a:gridCol w="342618">
                  <a:extLst>
                    <a:ext uri="{9D8B030D-6E8A-4147-A177-3AD203B41FA5}">
                      <a16:colId xmlns:a16="http://schemas.microsoft.com/office/drawing/2014/main" val="1239723862"/>
                    </a:ext>
                  </a:extLst>
                </a:gridCol>
                <a:gridCol w="342618">
                  <a:extLst>
                    <a:ext uri="{9D8B030D-6E8A-4147-A177-3AD203B41FA5}">
                      <a16:colId xmlns:a16="http://schemas.microsoft.com/office/drawing/2014/main" val="3864173338"/>
                    </a:ext>
                  </a:extLst>
                </a:gridCol>
              </a:tblGrid>
              <a:tr h="516467">
                <a:tc>
                  <a:txBody>
                    <a:bodyPr/>
                    <a:lstStyle/>
                    <a:p>
                      <a:r>
                        <a:rPr lang="en-GB" sz="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Ladder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4pco KO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Pp-10-1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Pp-10-2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Pp-10-3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Pp-10-4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Pp-10-5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Pp-10-6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Pp-10-7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Pp-10-8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Pp-10-9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Pp-10-10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Pp-10-11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Pp-10-12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Pp-10-13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Pp-10-14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Pp-10-15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Pp-10-16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Pp-10-17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Pp-10-18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Pp-10-19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Pp-10-20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Pp-10-21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Pp-10-22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Pp-10-23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Pp-10-24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Pp-10-25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Pp-10-26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Pp-10-27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5713542"/>
                  </a:ext>
                </a:extLst>
              </a:tr>
            </a:tbl>
          </a:graphicData>
        </a:graphic>
      </p:graphicFrame>
      <p:grpSp>
        <p:nvGrpSpPr>
          <p:cNvPr id="6" name="Group 5">
            <a:extLst>
              <a:ext uri="{FF2B5EF4-FFF2-40B4-BE49-F238E27FC236}">
                <a16:creationId xmlns:a16="http://schemas.microsoft.com/office/drawing/2014/main" id="{BEB11D16-7633-151C-0427-1EBC79F24187}"/>
              </a:ext>
            </a:extLst>
          </p:cNvPr>
          <p:cNvGrpSpPr/>
          <p:nvPr/>
        </p:nvGrpSpPr>
        <p:grpSpPr>
          <a:xfrm>
            <a:off x="461285" y="2092960"/>
            <a:ext cx="575035" cy="2895599"/>
            <a:chOff x="596153" y="1869440"/>
            <a:chExt cx="575035" cy="311911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C9E1601-77FF-55D6-5794-4F5B0DBDA854}"/>
                </a:ext>
              </a:extLst>
            </p:cNvPr>
            <p:cNvSpPr/>
            <p:nvPr/>
          </p:nvSpPr>
          <p:spPr>
            <a:xfrm>
              <a:off x="596153" y="1869440"/>
              <a:ext cx="575035" cy="3119119"/>
            </a:xfrm>
            <a:prstGeom prst="rect">
              <a:avLst/>
            </a:prstGeom>
            <a:solidFill>
              <a:srgbClr val="0F0F0F"/>
            </a:solidFill>
            <a:ln>
              <a:solidFill>
                <a:srgbClr val="0E0E0E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69555F5E-ED0F-ADB5-E496-09BA3131CA38}"/>
                </a:ext>
              </a:extLst>
            </p:cNvPr>
            <p:cNvGrpSpPr/>
            <p:nvPr/>
          </p:nvGrpSpPr>
          <p:grpSpPr>
            <a:xfrm>
              <a:off x="648454" y="2039591"/>
              <a:ext cx="522734" cy="2856298"/>
              <a:chOff x="437386" y="5101685"/>
              <a:chExt cx="522734" cy="2253710"/>
            </a:xfrm>
          </p:grpSpPr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DEC8882-8F87-A44C-6D5F-EDC5E686ADC2}"/>
                  </a:ext>
                </a:extLst>
              </p:cNvPr>
              <p:cNvSpPr txBox="1"/>
              <p:nvPr/>
            </p:nvSpPr>
            <p:spPr>
              <a:xfrm>
                <a:off x="490726" y="7159202"/>
                <a:ext cx="469394" cy="1961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250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B156E9D-2BAB-F20F-594D-73633AB49FED}"/>
                  </a:ext>
                </a:extLst>
              </p:cNvPr>
              <p:cNvSpPr txBox="1"/>
              <p:nvPr/>
            </p:nvSpPr>
            <p:spPr>
              <a:xfrm>
                <a:off x="490726" y="6885632"/>
                <a:ext cx="469394" cy="1961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500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8F17092-97F1-5613-ED9F-80CC6A5C2636}"/>
                  </a:ext>
                </a:extLst>
              </p:cNvPr>
              <p:cNvSpPr txBox="1"/>
              <p:nvPr/>
            </p:nvSpPr>
            <p:spPr>
              <a:xfrm>
                <a:off x="490726" y="6673171"/>
                <a:ext cx="469394" cy="1961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750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293C8DD-4AC5-9CE0-117B-C92E1632CAD7}"/>
                  </a:ext>
                </a:extLst>
              </p:cNvPr>
              <p:cNvSpPr txBox="1"/>
              <p:nvPr/>
            </p:nvSpPr>
            <p:spPr>
              <a:xfrm>
                <a:off x="490726" y="6134052"/>
                <a:ext cx="469394" cy="1961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1500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DA9A21E-B0C3-8370-2E79-88F2438471E0}"/>
                  </a:ext>
                </a:extLst>
              </p:cNvPr>
              <p:cNvSpPr txBox="1"/>
              <p:nvPr/>
            </p:nvSpPr>
            <p:spPr>
              <a:xfrm>
                <a:off x="490726" y="5939821"/>
                <a:ext cx="469394" cy="1961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2000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D7C2856-5FBB-A308-2872-A0B5D4051296}"/>
                  </a:ext>
                </a:extLst>
              </p:cNvPr>
              <p:cNvSpPr txBox="1"/>
              <p:nvPr/>
            </p:nvSpPr>
            <p:spPr>
              <a:xfrm>
                <a:off x="490726" y="5770116"/>
                <a:ext cx="469394" cy="1961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2500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3EB6847-B516-A0D8-C623-35A6BCA17B06}"/>
                  </a:ext>
                </a:extLst>
              </p:cNvPr>
              <p:cNvSpPr txBox="1"/>
              <p:nvPr/>
            </p:nvSpPr>
            <p:spPr>
              <a:xfrm>
                <a:off x="490726" y="5650566"/>
                <a:ext cx="469394" cy="1961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3000</a:t>
                </a:r>
                <a:endParaRPr lang="en-GB" sz="9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8E586B4-1807-784C-B8C1-2E48FF80B817}"/>
                  </a:ext>
                </a:extLst>
              </p:cNvPr>
              <p:cNvSpPr txBox="1"/>
              <p:nvPr/>
            </p:nvSpPr>
            <p:spPr>
              <a:xfrm>
                <a:off x="490726" y="5547964"/>
                <a:ext cx="469394" cy="1961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3500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7E1FBCD-F62C-AF5B-C696-0DAEDF66744B}"/>
                  </a:ext>
                </a:extLst>
              </p:cNvPr>
              <p:cNvSpPr txBox="1"/>
              <p:nvPr/>
            </p:nvSpPr>
            <p:spPr>
              <a:xfrm>
                <a:off x="490726" y="5479720"/>
                <a:ext cx="469394" cy="1961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4000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2E3794B-B3F3-FD6C-1B4C-727BEC0C8B13}"/>
                  </a:ext>
                </a:extLst>
              </p:cNvPr>
              <p:cNvSpPr txBox="1"/>
              <p:nvPr/>
            </p:nvSpPr>
            <p:spPr>
              <a:xfrm>
                <a:off x="490726" y="5357792"/>
                <a:ext cx="469394" cy="1961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5000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E0993B8-29B6-1569-09DF-E259BC01B794}"/>
                  </a:ext>
                </a:extLst>
              </p:cNvPr>
              <p:cNvSpPr txBox="1"/>
              <p:nvPr/>
            </p:nvSpPr>
            <p:spPr>
              <a:xfrm>
                <a:off x="490726" y="5265365"/>
                <a:ext cx="469394" cy="1961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6000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B8A22C5-4F75-5AB6-A4AC-CE27AF997DE0}"/>
                  </a:ext>
                </a:extLst>
              </p:cNvPr>
              <p:cNvSpPr txBox="1"/>
              <p:nvPr/>
            </p:nvSpPr>
            <p:spPr>
              <a:xfrm>
                <a:off x="490726" y="5190717"/>
                <a:ext cx="469394" cy="1961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8000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82A8E39-1A89-1343-5842-1E806CFB7437}"/>
                  </a:ext>
                </a:extLst>
              </p:cNvPr>
              <p:cNvSpPr txBox="1"/>
              <p:nvPr/>
            </p:nvSpPr>
            <p:spPr>
              <a:xfrm>
                <a:off x="437386" y="5101685"/>
                <a:ext cx="522734" cy="1961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10000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68F43AA-048B-C2D6-BD12-519E174E7DF8}"/>
                  </a:ext>
                </a:extLst>
              </p:cNvPr>
              <p:cNvSpPr txBox="1"/>
              <p:nvPr/>
            </p:nvSpPr>
            <p:spPr>
              <a:xfrm>
                <a:off x="490726" y="6438224"/>
                <a:ext cx="469394" cy="1961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1000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704345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663A47-F088-467E-52FB-55CA359716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08" y="853440"/>
            <a:ext cx="12043582" cy="5140959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4E89BC2-D8D7-9DCE-D84B-E9BE7A0DB0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4118460"/>
              </p:ext>
            </p:extLst>
          </p:nvPr>
        </p:nvGraphicFramePr>
        <p:xfrm>
          <a:off x="423333" y="1388531"/>
          <a:ext cx="11150610" cy="5520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1687">
                  <a:extLst>
                    <a:ext uri="{9D8B030D-6E8A-4147-A177-3AD203B41FA5}">
                      <a16:colId xmlns:a16="http://schemas.microsoft.com/office/drawing/2014/main" val="2115325778"/>
                    </a:ext>
                  </a:extLst>
                </a:gridCol>
                <a:gridCol w="371687">
                  <a:extLst>
                    <a:ext uri="{9D8B030D-6E8A-4147-A177-3AD203B41FA5}">
                      <a16:colId xmlns:a16="http://schemas.microsoft.com/office/drawing/2014/main" val="1229540641"/>
                    </a:ext>
                  </a:extLst>
                </a:gridCol>
                <a:gridCol w="371687">
                  <a:extLst>
                    <a:ext uri="{9D8B030D-6E8A-4147-A177-3AD203B41FA5}">
                      <a16:colId xmlns:a16="http://schemas.microsoft.com/office/drawing/2014/main" val="1002765591"/>
                    </a:ext>
                  </a:extLst>
                </a:gridCol>
                <a:gridCol w="371687">
                  <a:extLst>
                    <a:ext uri="{9D8B030D-6E8A-4147-A177-3AD203B41FA5}">
                      <a16:colId xmlns:a16="http://schemas.microsoft.com/office/drawing/2014/main" val="2721615292"/>
                    </a:ext>
                  </a:extLst>
                </a:gridCol>
                <a:gridCol w="371687">
                  <a:extLst>
                    <a:ext uri="{9D8B030D-6E8A-4147-A177-3AD203B41FA5}">
                      <a16:colId xmlns:a16="http://schemas.microsoft.com/office/drawing/2014/main" val="1522024182"/>
                    </a:ext>
                  </a:extLst>
                </a:gridCol>
                <a:gridCol w="371687">
                  <a:extLst>
                    <a:ext uri="{9D8B030D-6E8A-4147-A177-3AD203B41FA5}">
                      <a16:colId xmlns:a16="http://schemas.microsoft.com/office/drawing/2014/main" val="4291313974"/>
                    </a:ext>
                  </a:extLst>
                </a:gridCol>
                <a:gridCol w="371687">
                  <a:extLst>
                    <a:ext uri="{9D8B030D-6E8A-4147-A177-3AD203B41FA5}">
                      <a16:colId xmlns:a16="http://schemas.microsoft.com/office/drawing/2014/main" val="949122681"/>
                    </a:ext>
                  </a:extLst>
                </a:gridCol>
                <a:gridCol w="371687">
                  <a:extLst>
                    <a:ext uri="{9D8B030D-6E8A-4147-A177-3AD203B41FA5}">
                      <a16:colId xmlns:a16="http://schemas.microsoft.com/office/drawing/2014/main" val="620444851"/>
                    </a:ext>
                  </a:extLst>
                </a:gridCol>
                <a:gridCol w="371687">
                  <a:extLst>
                    <a:ext uri="{9D8B030D-6E8A-4147-A177-3AD203B41FA5}">
                      <a16:colId xmlns:a16="http://schemas.microsoft.com/office/drawing/2014/main" val="532428622"/>
                    </a:ext>
                  </a:extLst>
                </a:gridCol>
                <a:gridCol w="371687">
                  <a:extLst>
                    <a:ext uri="{9D8B030D-6E8A-4147-A177-3AD203B41FA5}">
                      <a16:colId xmlns:a16="http://schemas.microsoft.com/office/drawing/2014/main" val="2363570707"/>
                    </a:ext>
                  </a:extLst>
                </a:gridCol>
                <a:gridCol w="371687">
                  <a:extLst>
                    <a:ext uri="{9D8B030D-6E8A-4147-A177-3AD203B41FA5}">
                      <a16:colId xmlns:a16="http://schemas.microsoft.com/office/drawing/2014/main" val="1591457668"/>
                    </a:ext>
                  </a:extLst>
                </a:gridCol>
                <a:gridCol w="371687">
                  <a:extLst>
                    <a:ext uri="{9D8B030D-6E8A-4147-A177-3AD203B41FA5}">
                      <a16:colId xmlns:a16="http://schemas.microsoft.com/office/drawing/2014/main" val="3314904181"/>
                    </a:ext>
                  </a:extLst>
                </a:gridCol>
                <a:gridCol w="371687">
                  <a:extLst>
                    <a:ext uri="{9D8B030D-6E8A-4147-A177-3AD203B41FA5}">
                      <a16:colId xmlns:a16="http://schemas.microsoft.com/office/drawing/2014/main" val="2756054507"/>
                    </a:ext>
                  </a:extLst>
                </a:gridCol>
                <a:gridCol w="371687">
                  <a:extLst>
                    <a:ext uri="{9D8B030D-6E8A-4147-A177-3AD203B41FA5}">
                      <a16:colId xmlns:a16="http://schemas.microsoft.com/office/drawing/2014/main" val="2242070974"/>
                    </a:ext>
                  </a:extLst>
                </a:gridCol>
                <a:gridCol w="371687">
                  <a:extLst>
                    <a:ext uri="{9D8B030D-6E8A-4147-A177-3AD203B41FA5}">
                      <a16:colId xmlns:a16="http://schemas.microsoft.com/office/drawing/2014/main" val="3312903837"/>
                    </a:ext>
                  </a:extLst>
                </a:gridCol>
                <a:gridCol w="371687">
                  <a:extLst>
                    <a:ext uri="{9D8B030D-6E8A-4147-A177-3AD203B41FA5}">
                      <a16:colId xmlns:a16="http://schemas.microsoft.com/office/drawing/2014/main" val="3178108388"/>
                    </a:ext>
                  </a:extLst>
                </a:gridCol>
                <a:gridCol w="371687">
                  <a:extLst>
                    <a:ext uri="{9D8B030D-6E8A-4147-A177-3AD203B41FA5}">
                      <a16:colId xmlns:a16="http://schemas.microsoft.com/office/drawing/2014/main" val="912588748"/>
                    </a:ext>
                  </a:extLst>
                </a:gridCol>
                <a:gridCol w="371687">
                  <a:extLst>
                    <a:ext uri="{9D8B030D-6E8A-4147-A177-3AD203B41FA5}">
                      <a16:colId xmlns:a16="http://schemas.microsoft.com/office/drawing/2014/main" val="3006339585"/>
                    </a:ext>
                  </a:extLst>
                </a:gridCol>
                <a:gridCol w="371687">
                  <a:extLst>
                    <a:ext uri="{9D8B030D-6E8A-4147-A177-3AD203B41FA5}">
                      <a16:colId xmlns:a16="http://schemas.microsoft.com/office/drawing/2014/main" val="3449756452"/>
                    </a:ext>
                  </a:extLst>
                </a:gridCol>
                <a:gridCol w="371687">
                  <a:extLst>
                    <a:ext uri="{9D8B030D-6E8A-4147-A177-3AD203B41FA5}">
                      <a16:colId xmlns:a16="http://schemas.microsoft.com/office/drawing/2014/main" val="3067948142"/>
                    </a:ext>
                  </a:extLst>
                </a:gridCol>
                <a:gridCol w="371687">
                  <a:extLst>
                    <a:ext uri="{9D8B030D-6E8A-4147-A177-3AD203B41FA5}">
                      <a16:colId xmlns:a16="http://schemas.microsoft.com/office/drawing/2014/main" val="3794213482"/>
                    </a:ext>
                  </a:extLst>
                </a:gridCol>
                <a:gridCol w="371687">
                  <a:extLst>
                    <a:ext uri="{9D8B030D-6E8A-4147-A177-3AD203B41FA5}">
                      <a16:colId xmlns:a16="http://schemas.microsoft.com/office/drawing/2014/main" val="1758785230"/>
                    </a:ext>
                  </a:extLst>
                </a:gridCol>
                <a:gridCol w="371687">
                  <a:extLst>
                    <a:ext uri="{9D8B030D-6E8A-4147-A177-3AD203B41FA5}">
                      <a16:colId xmlns:a16="http://schemas.microsoft.com/office/drawing/2014/main" val="2669317065"/>
                    </a:ext>
                  </a:extLst>
                </a:gridCol>
                <a:gridCol w="371687">
                  <a:extLst>
                    <a:ext uri="{9D8B030D-6E8A-4147-A177-3AD203B41FA5}">
                      <a16:colId xmlns:a16="http://schemas.microsoft.com/office/drawing/2014/main" val="1518876289"/>
                    </a:ext>
                  </a:extLst>
                </a:gridCol>
                <a:gridCol w="371687">
                  <a:extLst>
                    <a:ext uri="{9D8B030D-6E8A-4147-A177-3AD203B41FA5}">
                      <a16:colId xmlns:a16="http://schemas.microsoft.com/office/drawing/2014/main" val="1220587003"/>
                    </a:ext>
                  </a:extLst>
                </a:gridCol>
                <a:gridCol w="371687">
                  <a:extLst>
                    <a:ext uri="{9D8B030D-6E8A-4147-A177-3AD203B41FA5}">
                      <a16:colId xmlns:a16="http://schemas.microsoft.com/office/drawing/2014/main" val="1232861120"/>
                    </a:ext>
                  </a:extLst>
                </a:gridCol>
                <a:gridCol w="371687">
                  <a:extLst>
                    <a:ext uri="{9D8B030D-6E8A-4147-A177-3AD203B41FA5}">
                      <a16:colId xmlns:a16="http://schemas.microsoft.com/office/drawing/2014/main" val="1936863741"/>
                    </a:ext>
                  </a:extLst>
                </a:gridCol>
                <a:gridCol w="371687">
                  <a:extLst>
                    <a:ext uri="{9D8B030D-6E8A-4147-A177-3AD203B41FA5}">
                      <a16:colId xmlns:a16="http://schemas.microsoft.com/office/drawing/2014/main" val="2764793402"/>
                    </a:ext>
                  </a:extLst>
                </a:gridCol>
                <a:gridCol w="371687">
                  <a:extLst>
                    <a:ext uri="{9D8B030D-6E8A-4147-A177-3AD203B41FA5}">
                      <a16:colId xmlns:a16="http://schemas.microsoft.com/office/drawing/2014/main" val="290368154"/>
                    </a:ext>
                  </a:extLst>
                </a:gridCol>
                <a:gridCol w="371687">
                  <a:extLst>
                    <a:ext uri="{9D8B030D-6E8A-4147-A177-3AD203B41FA5}">
                      <a16:colId xmlns:a16="http://schemas.microsoft.com/office/drawing/2014/main" val="1064859729"/>
                    </a:ext>
                  </a:extLst>
                </a:gridCol>
              </a:tblGrid>
              <a:tr h="552029"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Ladder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Pp-10-28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Pp-10-29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Pp-10-30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Pp-10-31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Pp-10-32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Pp-10-33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Pp-10-34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Pp-10-35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Pp-10-36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Pp-10-37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Pp-10-38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Pp-10-39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Pp-2-2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Pp-7-1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Pp-7-2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Pp-7-3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Pp-7-4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Pp-7-5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Pp-7-6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Pp-7-7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Pp-7-8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Pp-7-9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Pp-7-10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Pp-7-11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Pp-7-12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Pp-7-13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Pp-7-14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Pp-7-15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Pp-7-17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506969"/>
                  </a:ext>
                </a:extLst>
              </a:tr>
            </a:tbl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BF8BFE21-EE2B-CEFF-6903-B67588704352}"/>
              </a:ext>
            </a:extLst>
          </p:cNvPr>
          <p:cNvGrpSpPr/>
          <p:nvPr/>
        </p:nvGrpSpPr>
        <p:grpSpPr>
          <a:xfrm>
            <a:off x="95323" y="1940560"/>
            <a:ext cx="522734" cy="2814320"/>
            <a:chOff x="437386" y="4979732"/>
            <a:chExt cx="522734" cy="2785756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AD8F743-772B-FFF6-6B1A-01773192C81C}"/>
                </a:ext>
              </a:extLst>
            </p:cNvPr>
            <p:cNvSpPr txBox="1"/>
            <p:nvPr/>
          </p:nvSpPr>
          <p:spPr>
            <a:xfrm>
              <a:off x="490726" y="7534656"/>
              <a:ext cx="46939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250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C573D47-5D8E-E9B3-4088-E3610186C2A6}"/>
                </a:ext>
              </a:extLst>
            </p:cNvPr>
            <p:cNvSpPr txBox="1"/>
            <p:nvPr/>
          </p:nvSpPr>
          <p:spPr>
            <a:xfrm>
              <a:off x="490726" y="7154610"/>
              <a:ext cx="46939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500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5BB26A3-45DC-4680-CBF6-A3A6FEC7B5D9}"/>
                </a:ext>
              </a:extLst>
            </p:cNvPr>
            <p:cNvSpPr txBox="1"/>
            <p:nvPr/>
          </p:nvSpPr>
          <p:spPr>
            <a:xfrm>
              <a:off x="490726" y="6838106"/>
              <a:ext cx="469394" cy="2376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750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877EB3A-E37B-8B5B-501C-3B64EFCB187C}"/>
                </a:ext>
              </a:extLst>
            </p:cNvPr>
            <p:cNvSpPr txBox="1"/>
            <p:nvPr/>
          </p:nvSpPr>
          <p:spPr>
            <a:xfrm>
              <a:off x="490726" y="6282943"/>
              <a:ext cx="46939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1500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51839AA-6E73-4D7D-7BE8-01EE2A3C9F06}"/>
                </a:ext>
              </a:extLst>
            </p:cNvPr>
            <p:cNvSpPr txBox="1"/>
            <p:nvPr/>
          </p:nvSpPr>
          <p:spPr>
            <a:xfrm>
              <a:off x="490726" y="6020514"/>
              <a:ext cx="46939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2000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075B1F4-92BB-9D4B-A8A9-CC6DF123F331}"/>
                </a:ext>
              </a:extLst>
            </p:cNvPr>
            <p:cNvSpPr txBox="1"/>
            <p:nvPr/>
          </p:nvSpPr>
          <p:spPr>
            <a:xfrm>
              <a:off x="490726" y="5824083"/>
              <a:ext cx="46939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2500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39D36E7-9D1F-F41D-0BB5-367C3D158073}"/>
                </a:ext>
              </a:extLst>
            </p:cNvPr>
            <p:cNvSpPr txBox="1"/>
            <p:nvPr/>
          </p:nvSpPr>
          <p:spPr>
            <a:xfrm>
              <a:off x="490726" y="5686325"/>
              <a:ext cx="469394" cy="2892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b="1" dirty="0">
                  <a:solidFill>
                    <a:schemeClr val="bg1"/>
                  </a:solidFill>
                </a:rPr>
                <a:t>3000</a:t>
              </a:r>
              <a:endParaRPr lang="en-GB" sz="900" dirty="0">
                <a:solidFill>
                  <a:schemeClr val="bg1"/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F8E487E-FAF4-7D98-3782-B0DCAB3AAD1D}"/>
                </a:ext>
              </a:extLst>
            </p:cNvPr>
            <p:cNvSpPr txBox="1"/>
            <p:nvPr/>
          </p:nvSpPr>
          <p:spPr>
            <a:xfrm>
              <a:off x="490726" y="5570909"/>
              <a:ext cx="46939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3500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C1ED6F3-8C3A-5F9A-B598-C76AE73AE924}"/>
                </a:ext>
              </a:extLst>
            </p:cNvPr>
            <p:cNvSpPr txBox="1"/>
            <p:nvPr/>
          </p:nvSpPr>
          <p:spPr>
            <a:xfrm>
              <a:off x="490726" y="5455692"/>
              <a:ext cx="46939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4000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B11F288-34C5-5434-D655-B1FD72F078D9}"/>
                </a:ext>
              </a:extLst>
            </p:cNvPr>
            <p:cNvSpPr txBox="1"/>
            <p:nvPr/>
          </p:nvSpPr>
          <p:spPr>
            <a:xfrm>
              <a:off x="490726" y="5310039"/>
              <a:ext cx="46939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5000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7CF016C-2F3A-FFBE-C7CE-0173C5325E57}"/>
                </a:ext>
              </a:extLst>
            </p:cNvPr>
            <p:cNvSpPr txBox="1"/>
            <p:nvPr/>
          </p:nvSpPr>
          <p:spPr>
            <a:xfrm>
              <a:off x="490726" y="5191062"/>
              <a:ext cx="469394" cy="2892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b="1" dirty="0">
                  <a:solidFill>
                    <a:schemeClr val="bg1"/>
                  </a:solidFill>
                </a:rPr>
                <a:t>6000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8B1F1CE-9B6F-B9D9-C034-C7C6766520A1}"/>
                </a:ext>
              </a:extLst>
            </p:cNvPr>
            <p:cNvSpPr txBox="1"/>
            <p:nvPr/>
          </p:nvSpPr>
          <p:spPr>
            <a:xfrm>
              <a:off x="490726" y="5077869"/>
              <a:ext cx="46939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8000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61F66B9-8A36-52C3-4C63-E883AC574124}"/>
                </a:ext>
              </a:extLst>
            </p:cNvPr>
            <p:cNvSpPr txBox="1"/>
            <p:nvPr/>
          </p:nvSpPr>
          <p:spPr>
            <a:xfrm>
              <a:off x="437386" y="4979732"/>
              <a:ext cx="52273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10000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7B464CC-24EF-7AE3-55B1-482E7964C09C}"/>
                </a:ext>
              </a:extLst>
            </p:cNvPr>
            <p:cNvSpPr txBox="1"/>
            <p:nvPr/>
          </p:nvSpPr>
          <p:spPr>
            <a:xfrm>
              <a:off x="490726" y="6631392"/>
              <a:ext cx="469394" cy="2892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b="1" dirty="0">
                  <a:solidFill>
                    <a:schemeClr val="bg1"/>
                  </a:solidFill>
                </a:rPr>
                <a:t>1000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501640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093D5F4-1084-49FD-5417-41138200BE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8880" y="1249680"/>
            <a:ext cx="10958193" cy="4358640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26FEBD2-1C15-6C97-8510-95374DB437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1370472"/>
              </p:ext>
            </p:extLst>
          </p:nvPr>
        </p:nvGraphicFramePr>
        <p:xfrm>
          <a:off x="1198880" y="1838959"/>
          <a:ext cx="11206470" cy="45720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3549">
                  <a:extLst>
                    <a:ext uri="{9D8B030D-6E8A-4147-A177-3AD203B41FA5}">
                      <a16:colId xmlns:a16="http://schemas.microsoft.com/office/drawing/2014/main" val="2012764888"/>
                    </a:ext>
                  </a:extLst>
                </a:gridCol>
                <a:gridCol w="373549">
                  <a:extLst>
                    <a:ext uri="{9D8B030D-6E8A-4147-A177-3AD203B41FA5}">
                      <a16:colId xmlns:a16="http://schemas.microsoft.com/office/drawing/2014/main" val="86838001"/>
                    </a:ext>
                  </a:extLst>
                </a:gridCol>
                <a:gridCol w="373549">
                  <a:extLst>
                    <a:ext uri="{9D8B030D-6E8A-4147-A177-3AD203B41FA5}">
                      <a16:colId xmlns:a16="http://schemas.microsoft.com/office/drawing/2014/main" val="2436677357"/>
                    </a:ext>
                  </a:extLst>
                </a:gridCol>
                <a:gridCol w="373549">
                  <a:extLst>
                    <a:ext uri="{9D8B030D-6E8A-4147-A177-3AD203B41FA5}">
                      <a16:colId xmlns:a16="http://schemas.microsoft.com/office/drawing/2014/main" val="391447746"/>
                    </a:ext>
                  </a:extLst>
                </a:gridCol>
                <a:gridCol w="373549">
                  <a:extLst>
                    <a:ext uri="{9D8B030D-6E8A-4147-A177-3AD203B41FA5}">
                      <a16:colId xmlns:a16="http://schemas.microsoft.com/office/drawing/2014/main" val="4213630832"/>
                    </a:ext>
                  </a:extLst>
                </a:gridCol>
                <a:gridCol w="373549">
                  <a:extLst>
                    <a:ext uri="{9D8B030D-6E8A-4147-A177-3AD203B41FA5}">
                      <a16:colId xmlns:a16="http://schemas.microsoft.com/office/drawing/2014/main" val="3279943603"/>
                    </a:ext>
                  </a:extLst>
                </a:gridCol>
                <a:gridCol w="373549">
                  <a:extLst>
                    <a:ext uri="{9D8B030D-6E8A-4147-A177-3AD203B41FA5}">
                      <a16:colId xmlns:a16="http://schemas.microsoft.com/office/drawing/2014/main" val="1423725160"/>
                    </a:ext>
                  </a:extLst>
                </a:gridCol>
                <a:gridCol w="373549">
                  <a:extLst>
                    <a:ext uri="{9D8B030D-6E8A-4147-A177-3AD203B41FA5}">
                      <a16:colId xmlns:a16="http://schemas.microsoft.com/office/drawing/2014/main" val="1098939078"/>
                    </a:ext>
                  </a:extLst>
                </a:gridCol>
                <a:gridCol w="373549">
                  <a:extLst>
                    <a:ext uri="{9D8B030D-6E8A-4147-A177-3AD203B41FA5}">
                      <a16:colId xmlns:a16="http://schemas.microsoft.com/office/drawing/2014/main" val="1741704827"/>
                    </a:ext>
                  </a:extLst>
                </a:gridCol>
                <a:gridCol w="373549">
                  <a:extLst>
                    <a:ext uri="{9D8B030D-6E8A-4147-A177-3AD203B41FA5}">
                      <a16:colId xmlns:a16="http://schemas.microsoft.com/office/drawing/2014/main" val="2025802261"/>
                    </a:ext>
                  </a:extLst>
                </a:gridCol>
                <a:gridCol w="373549">
                  <a:extLst>
                    <a:ext uri="{9D8B030D-6E8A-4147-A177-3AD203B41FA5}">
                      <a16:colId xmlns:a16="http://schemas.microsoft.com/office/drawing/2014/main" val="3383857085"/>
                    </a:ext>
                  </a:extLst>
                </a:gridCol>
                <a:gridCol w="373549">
                  <a:extLst>
                    <a:ext uri="{9D8B030D-6E8A-4147-A177-3AD203B41FA5}">
                      <a16:colId xmlns:a16="http://schemas.microsoft.com/office/drawing/2014/main" val="4258945744"/>
                    </a:ext>
                  </a:extLst>
                </a:gridCol>
                <a:gridCol w="373549">
                  <a:extLst>
                    <a:ext uri="{9D8B030D-6E8A-4147-A177-3AD203B41FA5}">
                      <a16:colId xmlns:a16="http://schemas.microsoft.com/office/drawing/2014/main" val="2796614969"/>
                    </a:ext>
                  </a:extLst>
                </a:gridCol>
                <a:gridCol w="373549">
                  <a:extLst>
                    <a:ext uri="{9D8B030D-6E8A-4147-A177-3AD203B41FA5}">
                      <a16:colId xmlns:a16="http://schemas.microsoft.com/office/drawing/2014/main" val="2751337723"/>
                    </a:ext>
                  </a:extLst>
                </a:gridCol>
                <a:gridCol w="373549">
                  <a:extLst>
                    <a:ext uri="{9D8B030D-6E8A-4147-A177-3AD203B41FA5}">
                      <a16:colId xmlns:a16="http://schemas.microsoft.com/office/drawing/2014/main" val="1111146785"/>
                    </a:ext>
                  </a:extLst>
                </a:gridCol>
                <a:gridCol w="373549">
                  <a:extLst>
                    <a:ext uri="{9D8B030D-6E8A-4147-A177-3AD203B41FA5}">
                      <a16:colId xmlns:a16="http://schemas.microsoft.com/office/drawing/2014/main" val="2474496752"/>
                    </a:ext>
                  </a:extLst>
                </a:gridCol>
                <a:gridCol w="373549">
                  <a:extLst>
                    <a:ext uri="{9D8B030D-6E8A-4147-A177-3AD203B41FA5}">
                      <a16:colId xmlns:a16="http://schemas.microsoft.com/office/drawing/2014/main" val="1341305019"/>
                    </a:ext>
                  </a:extLst>
                </a:gridCol>
                <a:gridCol w="373549">
                  <a:extLst>
                    <a:ext uri="{9D8B030D-6E8A-4147-A177-3AD203B41FA5}">
                      <a16:colId xmlns:a16="http://schemas.microsoft.com/office/drawing/2014/main" val="3459398934"/>
                    </a:ext>
                  </a:extLst>
                </a:gridCol>
                <a:gridCol w="373549">
                  <a:extLst>
                    <a:ext uri="{9D8B030D-6E8A-4147-A177-3AD203B41FA5}">
                      <a16:colId xmlns:a16="http://schemas.microsoft.com/office/drawing/2014/main" val="1181588244"/>
                    </a:ext>
                  </a:extLst>
                </a:gridCol>
                <a:gridCol w="373549">
                  <a:extLst>
                    <a:ext uri="{9D8B030D-6E8A-4147-A177-3AD203B41FA5}">
                      <a16:colId xmlns:a16="http://schemas.microsoft.com/office/drawing/2014/main" val="3393189836"/>
                    </a:ext>
                  </a:extLst>
                </a:gridCol>
                <a:gridCol w="373549">
                  <a:extLst>
                    <a:ext uri="{9D8B030D-6E8A-4147-A177-3AD203B41FA5}">
                      <a16:colId xmlns:a16="http://schemas.microsoft.com/office/drawing/2014/main" val="2614154235"/>
                    </a:ext>
                  </a:extLst>
                </a:gridCol>
                <a:gridCol w="373549">
                  <a:extLst>
                    <a:ext uri="{9D8B030D-6E8A-4147-A177-3AD203B41FA5}">
                      <a16:colId xmlns:a16="http://schemas.microsoft.com/office/drawing/2014/main" val="147369799"/>
                    </a:ext>
                  </a:extLst>
                </a:gridCol>
                <a:gridCol w="373549">
                  <a:extLst>
                    <a:ext uri="{9D8B030D-6E8A-4147-A177-3AD203B41FA5}">
                      <a16:colId xmlns:a16="http://schemas.microsoft.com/office/drawing/2014/main" val="1505931193"/>
                    </a:ext>
                  </a:extLst>
                </a:gridCol>
                <a:gridCol w="373549">
                  <a:extLst>
                    <a:ext uri="{9D8B030D-6E8A-4147-A177-3AD203B41FA5}">
                      <a16:colId xmlns:a16="http://schemas.microsoft.com/office/drawing/2014/main" val="3737362557"/>
                    </a:ext>
                  </a:extLst>
                </a:gridCol>
                <a:gridCol w="373549">
                  <a:extLst>
                    <a:ext uri="{9D8B030D-6E8A-4147-A177-3AD203B41FA5}">
                      <a16:colId xmlns:a16="http://schemas.microsoft.com/office/drawing/2014/main" val="3715027473"/>
                    </a:ext>
                  </a:extLst>
                </a:gridCol>
                <a:gridCol w="373549">
                  <a:extLst>
                    <a:ext uri="{9D8B030D-6E8A-4147-A177-3AD203B41FA5}">
                      <a16:colId xmlns:a16="http://schemas.microsoft.com/office/drawing/2014/main" val="3846402707"/>
                    </a:ext>
                  </a:extLst>
                </a:gridCol>
                <a:gridCol w="373549">
                  <a:extLst>
                    <a:ext uri="{9D8B030D-6E8A-4147-A177-3AD203B41FA5}">
                      <a16:colId xmlns:a16="http://schemas.microsoft.com/office/drawing/2014/main" val="2469706070"/>
                    </a:ext>
                  </a:extLst>
                </a:gridCol>
                <a:gridCol w="373549">
                  <a:extLst>
                    <a:ext uri="{9D8B030D-6E8A-4147-A177-3AD203B41FA5}">
                      <a16:colId xmlns:a16="http://schemas.microsoft.com/office/drawing/2014/main" val="1657905084"/>
                    </a:ext>
                  </a:extLst>
                </a:gridCol>
                <a:gridCol w="373549">
                  <a:extLst>
                    <a:ext uri="{9D8B030D-6E8A-4147-A177-3AD203B41FA5}">
                      <a16:colId xmlns:a16="http://schemas.microsoft.com/office/drawing/2014/main" val="78674822"/>
                    </a:ext>
                  </a:extLst>
                </a:gridCol>
                <a:gridCol w="373549">
                  <a:extLst>
                    <a:ext uri="{9D8B030D-6E8A-4147-A177-3AD203B41FA5}">
                      <a16:colId xmlns:a16="http://schemas.microsoft.com/office/drawing/2014/main" val="72564329"/>
                    </a:ext>
                  </a:extLst>
                </a:gridCol>
              </a:tblGrid>
              <a:tr h="457201"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Ladder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Pp-7-18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Pp-7-20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Pp-7-22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Pp-5-1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Pp-7-28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Pp-9-1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Pp-7-25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Pp-8-1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Pp-1-1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Pp-7-27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Pp-2-6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>
                          <a:solidFill>
                            <a:schemeClr val="bg1"/>
                          </a:solidFill>
                        </a:rPr>
                        <a:t>Pp-7-30</a:t>
                      </a:r>
                      <a:endParaRPr lang="en-GB" sz="8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Pp-7-23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Pp-7-24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Pp-8-2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Pp-7-31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Pp-7-29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8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80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8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80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8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8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80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8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8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8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8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8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573498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5391909C-7034-EB5B-7553-5E5C0CE1E669}"/>
              </a:ext>
            </a:extLst>
          </p:cNvPr>
          <p:cNvSpPr/>
          <p:nvPr/>
        </p:nvSpPr>
        <p:spPr>
          <a:xfrm>
            <a:off x="559598" y="2296160"/>
            <a:ext cx="575035" cy="3312160"/>
          </a:xfrm>
          <a:prstGeom prst="rect">
            <a:avLst/>
          </a:prstGeom>
          <a:solidFill>
            <a:srgbClr val="0F0F0F"/>
          </a:solidFill>
          <a:ln>
            <a:solidFill>
              <a:srgbClr val="0E0E0E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D85A0C8-1908-935E-FFE7-F797746E45BC}"/>
              </a:ext>
            </a:extLst>
          </p:cNvPr>
          <p:cNvGrpSpPr/>
          <p:nvPr/>
        </p:nvGrpSpPr>
        <p:grpSpPr>
          <a:xfrm>
            <a:off x="585748" y="2352040"/>
            <a:ext cx="522734" cy="2574425"/>
            <a:chOff x="437386" y="5101685"/>
            <a:chExt cx="522734" cy="1809175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60FC5BA-49C4-9399-0B0F-0A02CBD27E63}"/>
                </a:ext>
              </a:extLst>
            </p:cNvPr>
            <p:cNvSpPr txBox="1"/>
            <p:nvPr/>
          </p:nvSpPr>
          <p:spPr>
            <a:xfrm>
              <a:off x="490726" y="6673171"/>
              <a:ext cx="469394" cy="2376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750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F874C2A-66D4-5CAF-F286-D261A24B3D4D}"/>
                </a:ext>
              </a:extLst>
            </p:cNvPr>
            <p:cNvSpPr txBox="1"/>
            <p:nvPr/>
          </p:nvSpPr>
          <p:spPr>
            <a:xfrm>
              <a:off x="490726" y="6134052"/>
              <a:ext cx="46939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1500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0D2AB78-FD30-EE4F-C2A9-6605DBD41B54}"/>
                </a:ext>
              </a:extLst>
            </p:cNvPr>
            <p:cNvSpPr txBox="1"/>
            <p:nvPr/>
          </p:nvSpPr>
          <p:spPr>
            <a:xfrm>
              <a:off x="490726" y="5939821"/>
              <a:ext cx="46939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2000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A38D5D97-D149-FA2E-6DDE-C8BD4FF8324E}"/>
                </a:ext>
              </a:extLst>
            </p:cNvPr>
            <p:cNvSpPr txBox="1"/>
            <p:nvPr/>
          </p:nvSpPr>
          <p:spPr>
            <a:xfrm>
              <a:off x="490726" y="5770116"/>
              <a:ext cx="46939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2500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D994694-BEC4-A790-66EE-5361C16F8F35}"/>
                </a:ext>
              </a:extLst>
            </p:cNvPr>
            <p:cNvSpPr txBox="1"/>
            <p:nvPr/>
          </p:nvSpPr>
          <p:spPr>
            <a:xfrm>
              <a:off x="490726" y="5650566"/>
              <a:ext cx="469394" cy="2892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b="1" dirty="0">
                  <a:solidFill>
                    <a:schemeClr val="bg1"/>
                  </a:solidFill>
                </a:rPr>
                <a:t>3000</a:t>
              </a:r>
              <a:endParaRPr lang="en-GB" sz="900" dirty="0">
                <a:solidFill>
                  <a:schemeClr val="bg1"/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B56A65A-400E-07CC-91B2-C695B38E0B70}"/>
                </a:ext>
              </a:extLst>
            </p:cNvPr>
            <p:cNvSpPr txBox="1"/>
            <p:nvPr/>
          </p:nvSpPr>
          <p:spPr>
            <a:xfrm>
              <a:off x="490726" y="5547964"/>
              <a:ext cx="46939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3500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F79CCCD-57C3-CD1A-CB81-51CA8C9A74AC}"/>
                </a:ext>
              </a:extLst>
            </p:cNvPr>
            <p:cNvSpPr txBox="1"/>
            <p:nvPr/>
          </p:nvSpPr>
          <p:spPr>
            <a:xfrm>
              <a:off x="490726" y="5479720"/>
              <a:ext cx="46939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4000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7531B9F0-F8BB-F3FD-3DDF-E1DA6E5E58DE}"/>
                </a:ext>
              </a:extLst>
            </p:cNvPr>
            <p:cNvSpPr txBox="1"/>
            <p:nvPr/>
          </p:nvSpPr>
          <p:spPr>
            <a:xfrm>
              <a:off x="490726" y="5357792"/>
              <a:ext cx="46939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5000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CA69408-49C0-AF6F-4C5A-8F7035CA01F4}"/>
                </a:ext>
              </a:extLst>
            </p:cNvPr>
            <p:cNvSpPr txBox="1"/>
            <p:nvPr/>
          </p:nvSpPr>
          <p:spPr>
            <a:xfrm>
              <a:off x="490726" y="5265365"/>
              <a:ext cx="469394" cy="2892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b="1" dirty="0">
                  <a:solidFill>
                    <a:schemeClr val="bg1"/>
                  </a:solidFill>
                </a:rPr>
                <a:t>6000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1A73712-0420-BE99-8574-CFD961B99C9F}"/>
                </a:ext>
              </a:extLst>
            </p:cNvPr>
            <p:cNvSpPr txBox="1"/>
            <p:nvPr/>
          </p:nvSpPr>
          <p:spPr>
            <a:xfrm>
              <a:off x="490726" y="5190717"/>
              <a:ext cx="46939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8000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0413637-ED72-B95F-B5C9-41EB48EA7073}"/>
                </a:ext>
              </a:extLst>
            </p:cNvPr>
            <p:cNvSpPr txBox="1"/>
            <p:nvPr/>
          </p:nvSpPr>
          <p:spPr>
            <a:xfrm>
              <a:off x="437386" y="5101685"/>
              <a:ext cx="52273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10000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E260A08F-C411-A53E-79B4-8D4349FFD6CB}"/>
                </a:ext>
              </a:extLst>
            </p:cNvPr>
            <p:cNvSpPr txBox="1"/>
            <p:nvPr/>
          </p:nvSpPr>
          <p:spPr>
            <a:xfrm>
              <a:off x="490726" y="6438224"/>
              <a:ext cx="469394" cy="2892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b="1" dirty="0">
                  <a:solidFill>
                    <a:schemeClr val="bg1"/>
                  </a:solidFill>
                </a:rPr>
                <a:t>1000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601291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20E46-8E37-6E24-9B53-2E3EDA13E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GcFW</a:t>
            </a:r>
            <a:r>
              <a:rPr lang="en-GB" dirty="0"/>
              <a:t>/</a:t>
            </a:r>
            <a:r>
              <a:rPr lang="en-GB" dirty="0" err="1"/>
              <a:t>GcRV</a:t>
            </a:r>
            <a:r>
              <a:rPr lang="en-GB" dirty="0"/>
              <a:t> – </a:t>
            </a:r>
            <a:r>
              <a:rPr lang="en-GB" dirty="0" err="1"/>
              <a:t>GcPCO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EE1205-D9ED-069F-47D0-DA1C7A98D5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Light Blue</a:t>
            </a:r>
          </a:p>
        </p:txBody>
      </p:sp>
    </p:spTree>
    <p:extLst>
      <p:ext uri="{BB962C8B-B14F-4D97-AF65-F5344CB8AC3E}">
        <p14:creationId xmlns:p14="http://schemas.microsoft.com/office/powerpoint/2010/main" val="15698199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E2A82A-5F4B-1414-7D50-15C04253E8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41" y="995680"/>
            <a:ext cx="12058717" cy="4866640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93B21F4-00F6-6E2D-4CAF-8168BBAFA4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9340705"/>
              </p:ext>
            </p:extLst>
          </p:nvPr>
        </p:nvGraphicFramePr>
        <p:xfrm>
          <a:off x="330200" y="3793067"/>
          <a:ext cx="1132839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7613">
                  <a:extLst>
                    <a:ext uri="{9D8B030D-6E8A-4147-A177-3AD203B41FA5}">
                      <a16:colId xmlns:a16="http://schemas.microsoft.com/office/drawing/2014/main" val="2625909711"/>
                    </a:ext>
                  </a:extLst>
                </a:gridCol>
                <a:gridCol w="377613">
                  <a:extLst>
                    <a:ext uri="{9D8B030D-6E8A-4147-A177-3AD203B41FA5}">
                      <a16:colId xmlns:a16="http://schemas.microsoft.com/office/drawing/2014/main" val="1974371058"/>
                    </a:ext>
                  </a:extLst>
                </a:gridCol>
                <a:gridCol w="377613">
                  <a:extLst>
                    <a:ext uri="{9D8B030D-6E8A-4147-A177-3AD203B41FA5}">
                      <a16:colId xmlns:a16="http://schemas.microsoft.com/office/drawing/2014/main" val="367090615"/>
                    </a:ext>
                  </a:extLst>
                </a:gridCol>
                <a:gridCol w="377613">
                  <a:extLst>
                    <a:ext uri="{9D8B030D-6E8A-4147-A177-3AD203B41FA5}">
                      <a16:colId xmlns:a16="http://schemas.microsoft.com/office/drawing/2014/main" val="1174027051"/>
                    </a:ext>
                  </a:extLst>
                </a:gridCol>
                <a:gridCol w="377613">
                  <a:extLst>
                    <a:ext uri="{9D8B030D-6E8A-4147-A177-3AD203B41FA5}">
                      <a16:colId xmlns:a16="http://schemas.microsoft.com/office/drawing/2014/main" val="2470505895"/>
                    </a:ext>
                  </a:extLst>
                </a:gridCol>
                <a:gridCol w="377613">
                  <a:extLst>
                    <a:ext uri="{9D8B030D-6E8A-4147-A177-3AD203B41FA5}">
                      <a16:colId xmlns:a16="http://schemas.microsoft.com/office/drawing/2014/main" val="885672621"/>
                    </a:ext>
                  </a:extLst>
                </a:gridCol>
                <a:gridCol w="377613">
                  <a:extLst>
                    <a:ext uri="{9D8B030D-6E8A-4147-A177-3AD203B41FA5}">
                      <a16:colId xmlns:a16="http://schemas.microsoft.com/office/drawing/2014/main" val="3163705813"/>
                    </a:ext>
                  </a:extLst>
                </a:gridCol>
                <a:gridCol w="377613">
                  <a:extLst>
                    <a:ext uri="{9D8B030D-6E8A-4147-A177-3AD203B41FA5}">
                      <a16:colId xmlns:a16="http://schemas.microsoft.com/office/drawing/2014/main" val="1647348168"/>
                    </a:ext>
                  </a:extLst>
                </a:gridCol>
                <a:gridCol w="377613">
                  <a:extLst>
                    <a:ext uri="{9D8B030D-6E8A-4147-A177-3AD203B41FA5}">
                      <a16:colId xmlns:a16="http://schemas.microsoft.com/office/drawing/2014/main" val="3036765001"/>
                    </a:ext>
                  </a:extLst>
                </a:gridCol>
                <a:gridCol w="377613">
                  <a:extLst>
                    <a:ext uri="{9D8B030D-6E8A-4147-A177-3AD203B41FA5}">
                      <a16:colId xmlns:a16="http://schemas.microsoft.com/office/drawing/2014/main" val="1441178601"/>
                    </a:ext>
                  </a:extLst>
                </a:gridCol>
                <a:gridCol w="377613">
                  <a:extLst>
                    <a:ext uri="{9D8B030D-6E8A-4147-A177-3AD203B41FA5}">
                      <a16:colId xmlns:a16="http://schemas.microsoft.com/office/drawing/2014/main" val="4259235724"/>
                    </a:ext>
                  </a:extLst>
                </a:gridCol>
                <a:gridCol w="377613">
                  <a:extLst>
                    <a:ext uri="{9D8B030D-6E8A-4147-A177-3AD203B41FA5}">
                      <a16:colId xmlns:a16="http://schemas.microsoft.com/office/drawing/2014/main" val="1674754615"/>
                    </a:ext>
                  </a:extLst>
                </a:gridCol>
                <a:gridCol w="377613">
                  <a:extLst>
                    <a:ext uri="{9D8B030D-6E8A-4147-A177-3AD203B41FA5}">
                      <a16:colId xmlns:a16="http://schemas.microsoft.com/office/drawing/2014/main" val="1154113249"/>
                    </a:ext>
                  </a:extLst>
                </a:gridCol>
                <a:gridCol w="377613">
                  <a:extLst>
                    <a:ext uri="{9D8B030D-6E8A-4147-A177-3AD203B41FA5}">
                      <a16:colId xmlns:a16="http://schemas.microsoft.com/office/drawing/2014/main" val="2866435933"/>
                    </a:ext>
                  </a:extLst>
                </a:gridCol>
                <a:gridCol w="377613">
                  <a:extLst>
                    <a:ext uri="{9D8B030D-6E8A-4147-A177-3AD203B41FA5}">
                      <a16:colId xmlns:a16="http://schemas.microsoft.com/office/drawing/2014/main" val="2081214559"/>
                    </a:ext>
                  </a:extLst>
                </a:gridCol>
                <a:gridCol w="377613">
                  <a:extLst>
                    <a:ext uri="{9D8B030D-6E8A-4147-A177-3AD203B41FA5}">
                      <a16:colId xmlns:a16="http://schemas.microsoft.com/office/drawing/2014/main" val="2017353621"/>
                    </a:ext>
                  </a:extLst>
                </a:gridCol>
                <a:gridCol w="377613">
                  <a:extLst>
                    <a:ext uri="{9D8B030D-6E8A-4147-A177-3AD203B41FA5}">
                      <a16:colId xmlns:a16="http://schemas.microsoft.com/office/drawing/2014/main" val="3453602895"/>
                    </a:ext>
                  </a:extLst>
                </a:gridCol>
                <a:gridCol w="377613">
                  <a:extLst>
                    <a:ext uri="{9D8B030D-6E8A-4147-A177-3AD203B41FA5}">
                      <a16:colId xmlns:a16="http://schemas.microsoft.com/office/drawing/2014/main" val="2784505517"/>
                    </a:ext>
                  </a:extLst>
                </a:gridCol>
                <a:gridCol w="377613">
                  <a:extLst>
                    <a:ext uri="{9D8B030D-6E8A-4147-A177-3AD203B41FA5}">
                      <a16:colId xmlns:a16="http://schemas.microsoft.com/office/drawing/2014/main" val="2038877211"/>
                    </a:ext>
                  </a:extLst>
                </a:gridCol>
                <a:gridCol w="377613">
                  <a:extLst>
                    <a:ext uri="{9D8B030D-6E8A-4147-A177-3AD203B41FA5}">
                      <a16:colId xmlns:a16="http://schemas.microsoft.com/office/drawing/2014/main" val="1855484497"/>
                    </a:ext>
                  </a:extLst>
                </a:gridCol>
                <a:gridCol w="377613">
                  <a:extLst>
                    <a:ext uri="{9D8B030D-6E8A-4147-A177-3AD203B41FA5}">
                      <a16:colId xmlns:a16="http://schemas.microsoft.com/office/drawing/2014/main" val="691959709"/>
                    </a:ext>
                  </a:extLst>
                </a:gridCol>
                <a:gridCol w="377613">
                  <a:extLst>
                    <a:ext uri="{9D8B030D-6E8A-4147-A177-3AD203B41FA5}">
                      <a16:colId xmlns:a16="http://schemas.microsoft.com/office/drawing/2014/main" val="1807210222"/>
                    </a:ext>
                  </a:extLst>
                </a:gridCol>
                <a:gridCol w="377613">
                  <a:extLst>
                    <a:ext uri="{9D8B030D-6E8A-4147-A177-3AD203B41FA5}">
                      <a16:colId xmlns:a16="http://schemas.microsoft.com/office/drawing/2014/main" val="2466484296"/>
                    </a:ext>
                  </a:extLst>
                </a:gridCol>
                <a:gridCol w="377613">
                  <a:extLst>
                    <a:ext uri="{9D8B030D-6E8A-4147-A177-3AD203B41FA5}">
                      <a16:colId xmlns:a16="http://schemas.microsoft.com/office/drawing/2014/main" val="696057129"/>
                    </a:ext>
                  </a:extLst>
                </a:gridCol>
                <a:gridCol w="377613">
                  <a:extLst>
                    <a:ext uri="{9D8B030D-6E8A-4147-A177-3AD203B41FA5}">
                      <a16:colId xmlns:a16="http://schemas.microsoft.com/office/drawing/2014/main" val="647087287"/>
                    </a:ext>
                  </a:extLst>
                </a:gridCol>
                <a:gridCol w="377613">
                  <a:extLst>
                    <a:ext uri="{9D8B030D-6E8A-4147-A177-3AD203B41FA5}">
                      <a16:colId xmlns:a16="http://schemas.microsoft.com/office/drawing/2014/main" val="103223107"/>
                    </a:ext>
                  </a:extLst>
                </a:gridCol>
                <a:gridCol w="377613">
                  <a:extLst>
                    <a:ext uri="{9D8B030D-6E8A-4147-A177-3AD203B41FA5}">
                      <a16:colId xmlns:a16="http://schemas.microsoft.com/office/drawing/2014/main" val="127305847"/>
                    </a:ext>
                  </a:extLst>
                </a:gridCol>
                <a:gridCol w="377613">
                  <a:extLst>
                    <a:ext uri="{9D8B030D-6E8A-4147-A177-3AD203B41FA5}">
                      <a16:colId xmlns:a16="http://schemas.microsoft.com/office/drawing/2014/main" val="2514738393"/>
                    </a:ext>
                  </a:extLst>
                </a:gridCol>
                <a:gridCol w="377613">
                  <a:extLst>
                    <a:ext uri="{9D8B030D-6E8A-4147-A177-3AD203B41FA5}">
                      <a16:colId xmlns:a16="http://schemas.microsoft.com/office/drawing/2014/main" val="1031996533"/>
                    </a:ext>
                  </a:extLst>
                </a:gridCol>
                <a:gridCol w="377613">
                  <a:extLst>
                    <a:ext uri="{9D8B030D-6E8A-4147-A177-3AD203B41FA5}">
                      <a16:colId xmlns:a16="http://schemas.microsoft.com/office/drawing/2014/main" val="173757724"/>
                    </a:ext>
                  </a:extLst>
                </a:gridCol>
              </a:tblGrid>
              <a:tr h="448733"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Ladder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4pco KO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Gc-4-1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Gc-3-1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Gc-1-8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Gc-1-9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Gc-7-1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Gc-8-1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Gc-8-2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Gc-1-12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Gc-1-13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Gc-1-15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Gc-5-1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Gc-3-2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Gc-1-16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Gc-5-2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Gc-1-2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Gc-1-4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Gc-1-5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Gc-1-6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Gc-1-7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Gc-1-10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Gc-1-14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8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8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8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8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8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8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5081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89845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C62E3-1D4C-9D3F-2A5D-B266E2FFF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AttB1/AttB2 – </a:t>
            </a:r>
            <a:r>
              <a:rPr lang="en-GB" dirty="0" err="1"/>
              <a:t>GcPCO</a:t>
            </a:r>
            <a:r>
              <a:rPr lang="en-GB" dirty="0"/>
              <a:t> retest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CF0CCB-A6B9-E607-E8C9-AB76C71F59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Light Blue</a:t>
            </a:r>
          </a:p>
        </p:txBody>
      </p:sp>
    </p:spTree>
    <p:extLst>
      <p:ext uri="{BB962C8B-B14F-4D97-AF65-F5344CB8AC3E}">
        <p14:creationId xmlns:p14="http://schemas.microsoft.com/office/powerpoint/2010/main" val="39016625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8FCECA4-418B-824D-4C75-62F710A504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809468"/>
            <a:ext cx="11122008" cy="5216577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8A33CD7-97DE-3A53-859B-EEF9F18A48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5656130"/>
              </p:ext>
            </p:extLst>
          </p:nvPr>
        </p:nvGraphicFramePr>
        <p:xfrm>
          <a:off x="1239520" y="939801"/>
          <a:ext cx="1056873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0364">
                  <a:extLst>
                    <a:ext uri="{9D8B030D-6E8A-4147-A177-3AD203B41FA5}">
                      <a16:colId xmlns:a16="http://schemas.microsoft.com/office/drawing/2014/main" val="3841939347"/>
                    </a:ext>
                  </a:extLst>
                </a:gridCol>
                <a:gridCol w="440364">
                  <a:extLst>
                    <a:ext uri="{9D8B030D-6E8A-4147-A177-3AD203B41FA5}">
                      <a16:colId xmlns:a16="http://schemas.microsoft.com/office/drawing/2014/main" val="375104796"/>
                    </a:ext>
                  </a:extLst>
                </a:gridCol>
                <a:gridCol w="440364">
                  <a:extLst>
                    <a:ext uri="{9D8B030D-6E8A-4147-A177-3AD203B41FA5}">
                      <a16:colId xmlns:a16="http://schemas.microsoft.com/office/drawing/2014/main" val="2315156702"/>
                    </a:ext>
                  </a:extLst>
                </a:gridCol>
                <a:gridCol w="440364">
                  <a:extLst>
                    <a:ext uri="{9D8B030D-6E8A-4147-A177-3AD203B41FA5}">
                      <a16:colId xmlns:a16="http://schemas.microsoft.com/office/drawing/2014/main" val="577957218"/>
                    </a:ext>
                  </a:extLst>
                </a:gridCol>
                <a:gridCol w="440364">
                  <a:extLst>
                    <a:ext uri="{9D8B030D-6E8A-4147-A177-3AD203B41FA5}">
                      <a16:colId xmlns:a16="http://schemas.microsoft.com/office/drawing/2014/main" val="3279208063"/>
                    </a:ext>
                  </a:extLst>
                </a:gridCol>
                <a:gridCol w="440364">
                  <a:extLst>
                    <a:ext uri="{9D8B030D-6E8A-4147-A177-3AD203B41FA5}">
                      <a16:colId xmlns:a16="http://schemas.microsoft.com/office/drawing/2014/main" val="1572219901"/>
                    </a:ext>
                  </a:extLst>
                </a:gridCol>
                <a:gridCol w="440364">
                  <a:extLst>
                    <a:ext uri="{9D8B030D-6E8A-4147-A177-3AD203B41FA5}">
                      <a16:colId xmlns:a16="http://schemas.microsoft.com/office/drawing/2014/main" val="1838393379"/>
                    </a:ext>
                  </a:extLst>
                </a:gridCol>
                <a:gridCol w="440364">
                  <a:extLst>
                    <a:ext uri="{9D8B030D-6E8A-4147-A177-3AD203B41FA5}">
                      <a16:colId xmlns:a16="http://schemas.microsoft.com/office/drawing/2014/main" val="1807951148"/>
                    </a:ext>
                  </a:extLst>
                </a:gridCol>
                <a:gridCol w="440364">
                  <a:extLst>
                    <a:ext uri="{9D8B030D-6E8A-4147-A177-3AD203B41FA5}">
                      <a16:colId xmlns:a16="http://schemas.microsoft.com/office/drawing/2014/main" val="1285744368"/>
                    </a:ext>
                  </a:extLst>
                </a:gridCol>
                <a:gridCol w="440364">
                  <a:extLst>
                    <a:ext uri="{9D8B030D-6E8A-4147-A177-3AD203B41FA5}">
                      <a16:colId xmlns:a16="http://schemas.microsoft.com/office/drawing/2014/main" val="2634073272"/>
                    </a:ext>
                  </a:extLst>
                </a:gridCol>
                <a:gridCol w="440364">
                  <a:extLst>
                    <a:ext uri="{9D8B030D-6E8A-4147-A177-3AD203B41FA5}">
                      <a16:colId xmlns:a16="http://schemas.microsoft.com/office/drawing/2014/main" val="2028804826"/>
                    </a:ext>
                  </a:extLst>
                </a:gridCol>
                <a:gridCol w="440364">
                  <a:extLst>
                    <a:ext uri="{9D8B030D-6E8A-4147-A177-3AD203B41FA5}">
                      <a16:colId xmlns:a16="http://schemas.microsoft.com/office/drawing/2014/main" val="1780441188"/>
                    </a:ext>
                  </a:extLst>
                </a:gridCol>
                <a:gridCol w="440364">
                  <a:extLst>
                    <a:ext uri="{9D8B030D-6E8A-4147-A177-3AD203B41FA5}">
                      <a16:colId xmlns:a16="http://schemas.microsoft.com/office/drawing/2014/main" val="1884013817"/>
                    </a:ext>
                  </a:extLst>
                </a:gridCol>
                <a:gridCol w="440364">
                  <a:extLst>
                    <a:ext uri="{9D8B030D-6E8A-4147-A177-3AD203B41FA5}">
                      <a16:colId xmlns:a16="http://schemas.microsoft.com/office/drawing/2014/main" val="342593570"/>
                    </a:ext>
                  </a:extLst>
                </a:gridCol>
                <a:gridCol w="440364">
                  <a:extLst>
                    <a:ext uri="{9D8B030D-6E8A-4147-A177-3AD203B41FA5}">
                      <a16:colId xmlns:a16="http://schemas.microsoft.com/office/drawing/2014/main" val="171077339"/>
                    </a:ext>
                  </a:extLst>
                </a:gridCol>
                <a:gridCol w="440364">
                  <a:extLst>
                    <a:ext uri="{9D8B030D-6E8A-4147-A177-3AD203B41FA5}">
                      <a16:colId xmlns:a16="http://schemas.microsoft.com/office/drawing/2014/main" val="365794937"/>
                    </a:ext>
                  </a:extLst>
                </a:gridCol>
                <a:gridCol w="440364">
                  <a:extLst>
                    <a:ext uri="{9D8B030D-6E8A-4147-A177-3AD203B41FA5}">
                      <a16:colId xmlns:a16="http://schemas.microsoft.com/office/drawing/2014/main" val="189822671"/>
                    </a:ext>
                  </a:extLst>
                </a:gridCol>
                <a:gridCol w="440364">
                  <a:extLst>
                    <a:ext uri="{9D8B030D-6E8A-4147-A177-3AD203B41FA5}">
                      <a16:colId xmlns:a16="http://schemas.microsoft.com/office/drawing/2014/main" val="4020392501"/>
                    </a:ext>
                  </a:extLst>
                </a:gridCol>
                <a:gridCol w="440364">
                  <a:extLst>
                    <a:ext uri="{9D8B030D-6E8A-4147-A177-3AD203B41FA5}">
                      <a16:colId xmlns:a16="http://schemas.microsoft.com/office/drawing/2014/main" val="2867900277"/>
                    </a:ext>
                  </a:extLst>
                </a:gridCol>
                <a:gridCol w="440364">
                  <a:extLst>
                    <a:ext uri="{9D8B030D-6E8A-4147-A177-3AD203B41FA5}">
                      <a16:colId xmlns:a16="http://schemas.microsoft.com/office/drawing/2014/main" val="567837256"/>
                    </a:ext>
                  </a:extLst>
                </a:gridCol>
                <a:gridCol w="440364">
                  <a:extLst>
                    <a:ext uri="{9D8B030D-6E8A-4147-A177-3AD203B41FA5}">
                      <a16:colId xmlns:a16="http://schemas.microsoft.com/office/drawing/2014/main" val="1352193130"/>
                    </a:ext>
                  </a:extLst>
                </a:gridCol>
                <a:gridCol w="440364">
                  <a:extLst>
                    <a:ext uri="{9D8B030D-6E8A-4147-A177-3AD203B41FA5}">
                      <a16:colId xmlns:a16="http://schemas.microsoft.com/office/drawing/2014/main" val="20821231"/>
                    </a:ext>
                  </a:extLst>
                </a:gridCol>
                <a:gridCol w="440364">
                  <a:extLst>
                    <a:ext uri="{9D8B030D-6E8A-4147-A177-3AD203B41FA5}">
                      <a16:colId xmlns:a16="http://schemas.microsoft.com/office/drawing/2014/main" val="1227790511"/>
                    </a:ext>
                  </a:extLst>
                </a:gridCol>
                <a:gridCol w="440364">
                  <a:extLst>
                    <a:ext uri="{9D8B030D-6E8A-4147-A177-3AD203B41FA5}">
                      <a16:colId xmlns:a16="http://schemas.microsoft.com/office/drawing/2014/main" val="12693273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Ladder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4pco KO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Gc-1-2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Gc-1-4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Gc-1-5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Gc-1-6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Gc-1-7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Gc-1-10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Gc-1-14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Gc-1-13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Gc-1-15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Gc-7-1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Gc-8-1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Gc-8-2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Gc-1-12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Gc-4-1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Gc-3-1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Gc-1-8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Gc-1-9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Gc-5-1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Gc-5-2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Gc-3-2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Gc-1-16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914258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FDAEEF22-E21B-855C-BC66-6944FECBEACB}"/>
              </a:ext>
            </a:extLst>
          </p:cNvPr>
          <p:cNvSpPr/>
          <p:nvPr/>
        </p:nvSpPr>
        <p:spPr>
          <a:xfrm>
            <a:off x="344893" y="809468"/>
            <a:ext cx="575035" cy="5216576"/>
          </a:xfrm>
          <a:prstGeom prst="rect">
            <a:avLst/>
          </a:prstGeom>
          <a:solidFill>
            <a:srgbClr val="0F0F0F"/>
          </a:solidFill>
          <a:ln>
            <a:solidFill>
              <a:srgbClr val="0E0E0E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C332008-5D8C-A7A0-D8F8-1DF08E7AA75C}"/>
              </a:ext>
            </a:extLst>
          </p:cNvPr>
          <p:cNvGrpSpPr/>
          <p:nvPr/>
        </p:nvGrpSpPr>
        <p:grpSpPr>
          <a:xfrm>
            <a:off x="397194" y="1310640"/>
            <a:ext cx="522734" cy="3566159"/>
            <a:chOff x="437386" y="4979732"/>
            <a:chExt cx="522734" cy="2785756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684A799-2C8E-78A8-A4B4-0C169FCCD970}"/>
                </a:ext>
              </a:extLst>
            </p:cNvPr>
            <p:cNvSpPr txBox="1"/>
            <p:nvPr/>
          </p:nvSpPr>
          <p:spPr>
            <a:xfrm>
              <a:off x="490726" y="7534656"/>
              <a:ext cx="46939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250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E13EAC2-9F80-2B10-3084-82DBE99CB714}"/>
                </a:ext>
              </a:extLst>
            </p:cNvPr>
            <p:cNvSpPr txBox="1"/>
            <p:nvPr/>
          </p:nvSpPr>
          <p:spPr>
            <a:xfrm>
              <a:off x="490726" y="7154610"/>
              <a:ext cx="46939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500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8BF5F20-7DE8-EFEC-02B3-45DD8F0D8720}"/>
                </a:ext>
              </a:extLst>
            </p:cNvPr>
            <p:cNvSpPr txBox="1"/>
            <p:nvPr/>
          </p:nvSpPr>
          <p:spPr>
            <a:xfrm>
              <a:off x="490726" y="6838106"/>
              <a:ext cx="469394" cy="2376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750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8C8ACC1-CA36-4493-F2C1-76795938D2D1}"/>
                </a:ext>
              </a:extLst>
            </p:cNvPr>
            <p:cNvSpPr txBox="1"/>
            <p:nvPr/>
          </p:nvSpPr>
          <p:spPr>
            <a:xfrm>
              <a:off x="490726" y="6282943"/>
              <a:ext cx="46939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1500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08E2153-DBB6-DC88-3D01-CA888F2DF176}"/>
                </a:ext>
              </a:extLst>
            </p:cNvPr>
            <p:cNvSpPr txBox="1"/>
            <p:nvPr/>
          </p:nvSpPr>
          <p:spPr>
            <a:xfrm>
              <a:off x="490726" y="6020514"/>
              <a:ext cx="46939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2000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D83C090-AF90-2F66-66B9-8E9E95BEDC13}"/>
                </a:ext>
              </a:extLst>
            </p:cNvPr>
            <p:cNvSpPr txBox="1"/>
            <p:nvPr/>
          </p:nvSpPr>
          <p:spPr>
            <a:xfrm>
              <a:off x="490726" y="5824083"/>
              <a:ext cx="46939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2500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791E0AE-0730-ADC1-4754-8E4557FBD76D}"/>
                </a:ext>
              </a:extLst>
            </p:cNvPr>
            <p:cNvSpPr txBox="1"/>
            <p:nvPr/>
          </p:nvSpPr>
          <p:spPr>
            <a:xfrm>
              <a:off x="490726" y="5686325"/>
              <a:ext cx="469394" cy="2892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b="1" dirty="0">
                  <a:solidFill>
                    <a:schemeClr val="bg1"/>
                  </a:solidFill>
                </a:rPr>
                <a:t>3000</a:t>
              </a:r>
              <a:endParaRPr lang="en-GB" sz="900" dirty="0">
                <a:solidFill>
                  <a:schemeClr val="bg1"/>
                </a:solidFill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7C1299A-488B-5A52-8AD3-2CCC596C8152}"/>
                </a:ext>
              </a:extLst>
            </p:cNvPr>
            <p:cNvSpPr txBox="1"/>
            <p:nvPr/>
          </p:nvSpPr>
          <p:spPr>
            <a:xfrm>
              <a:off x="490726" y="5570909"/>
              <a:ext cx="46939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3500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B6F915B-BAFA-BDD3-6DD6-6AA68642626A}"/>
                </a:ext>
              </a:extLst>
            </p:cNvPr>
            <p:cNvSpPr txBox="1"/>
            <p:nvPr/>
          </p:nvSpPr>
          <p:spPr>
            <a:xfrm>
              <a:off x="490726" y="5455692"/>
              <a:ext cx="46939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4000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3DAF9DB-6429-8234-4306-374542D5D12D}"/>
                </a:ext>
              </a:extLst>
            </p:cNvPr>
            <p:cNvSpPr txBox="1"/>
            <p:nvPr/>
          </p:nvSpPr>
          <p:spPr>
            <a:xfrm>
              <a:off x="490726" y="5310039"/>
              <a:ext cx="46939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5000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0FE76DE-E2E9-AD3C-C8C4-CC50C4D0535C}"/>
                </a:ext>
              </a:extLst>
            </p:cNvPr>
            <p:cNvSpPr txBox="1"/>
            <p:nvPr/>
          </p:nvSpPr>
          <p:spPr>
            <a:xfrm>
              <a:off x="490726" y="5191062"/>
              <a:ext cx="469394" cy="2892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b="1" dirty="0">
                  <a:solidFill>
                    <a:schemeClr val="bg1"/>
                  </a:solidFill>
                </a:rPr>
                <a:t>6000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B57254B-06CD-60B0-C16A-E2B1CA73B75A}"/>
                </a:ext>
              </a:extLst>
            </p:cNvPr>
            <p:cNvSpPr txBox="1"/>
            <p:nvPr/>
          </p:nvSpPr>
          <p:spPr>
            <a:xfrm>
              <a:off x="490726" y="5077869"/>
              <a:ext cx="46939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8000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A8E66FC-465F-8BE2-73D3-9095DAD94D3C}"/>
                </a:ext>
              </a:extLst>
            </p:cNvPr>
            <p:cNvSpPr txBox="1"/>
            <p:nvPr/>
          </p:nvSpPr>
          <p:spPr>
            <a:xfrm>
              <a:off x="437386" y="4979732"/>
              <a:ext cx="52273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10000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BFF216C-CA06-5146-5FBD-5AFE10D3331A}"/>
                </a:ext>
              </a:extLst>
            </p:cNvPr>
            <p:cNvSpPr txBox="1"/>
            <p:nvPr/>
          </p:nvSpPr>
          <p:spPr>
            <a:xfrm>
              <a:off x="490726" y="6631392"/>
              <a:ext cx="469394" cy="2892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b="1" dirty="0">
                  <a:solidFill>
                    <a:schemeClr val="bg1"/>
                  </a:solidFill>
                </a:rPr>
                <a:t>1000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470394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9E5A7-EE80-96CE-AC26-6CC94B053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GcFW</a:t>
            </a:r>
            <a:r>
              <a:rPr lang="en-GB" dirty="0"/>
              <a:t>/</a:t>
            </a:r>
            <a:r>
              <a:rPr lang="en-GB" dirty="0" err="1"/>
              <a:t>GcRV</a:t>
            </a:r>
            <a:r>
              <a:rPr lang="en-GB" dirty="0"/>
              <a:t> – </a:t>
            </a:r>
            <a:r>
              <a:rPr lang="en-GB" dirty="0" err="1"/>
              <a:t>GcPCO</a:t>
            </a:r>
            <a:r>
              <a:rPr lang="en-GB" dirty="0"/>
              <a:t> retest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C006C0-6850-E7A5-AF02-49AA6C6113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Pink</a:t>
            </a:r>
          </a:p>
        </p:txBody>
      </p:sp>
    </p:spTree>
    <p:extLst>
      <p:ext uri="{BB962C8B-B14F-4D97-AF65-F5344CB8AC3E}">
        <p14:creationId xmlns:p14="http://schemas.microsoft.com/office/powerpoint/2010/main" val="32240470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05F73A4-2482-92F0-0742-D538BD1360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30" y="771525"/>
            <a:ext cx="12074739" cy="5314950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BB8101D-B799-7FBC-BCDD-63E27C46AE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3078091"/>
              </p:ext>
            </p:extLst>
          </p:nvPr>
        </p:nvGraphicFramePr>
        <p:xfrm>
          <a:off x="325119" y="771525"/>
          <a:ext cx="11240352" cy="3663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8348">
                  <a:extLst>
                    <a:ext uri="{9D8B030D-6E8A-4147-A177-3AD203B41FA5}">
                      <a16:colId xmlns:a16="http://schemas.microsoft.com/office/drawing/2014/main" val="938570847"/>
                    </a:ext>
                  </a:extLst>
                </a:gridCol>
                <a:gridCol w="468348">
                  <a:extLst>
                    <a:ext uri="{9D8B030D-6E8A-4147-A177-3AD203B41FA5}">
                      <a16:colId xmlns:a16="http://schemas.microsoft.com/office/drawing/2014/main" val="1385174771"/>
                    </a:ext>
                  </a:extLst>
                </a:gridCol>
                <a:gridCol w="468348">
                  <a:extLst>
                    <a:ext uri="{9D8B030D-6E8A-4147-A177-3AD203B41FA5}">
                      <a16:colId xmlns:a16="http://schemas.microsoft.com/office/drawing/2014/main" val="2756293419"/>
                    </a:ext>
                  </a:extLst>
                </a:gridCol>
                <a:gridCol w="468348">
                  <a:extLst>
                    <a:ext uri="{9D8B030D-6E8A-4147-A177-3AD203B41FA5}">
                      <a16:colId xmlns:a16="http://schemas.microsoft.com/office/drawing/2014/main" val="3474149078"/>
                    </a:ext>
                  </a:extLst>
                </a:gridCol>
                <a:gridCol w="468348">
                  <a:extLst>
                    <a:ext uri="{9D8B030D-6E8A-4147-A177-3AD203B41FA5}">
                      <a16:colId xmlns:a16="http://schemas.microsoft.com/office/drawing/2014/main" val="3988113502"/>
                    </a:ext>
                  </a:extLst>
                </a:gridCol>
                <a:gridCol w="468348">
                  <a:extLst>
                    <a:ext uri="{9D8B030D-6E8A-4147-A177-3AD203B41FA5}">
                      <a16:colId xmlns:a16="http://schemas.microsoft.com/office/drawing/2014/main" val="2548384970"/>
                    </a:ext>
                  </a:extLst>
                </a:gridCol>
                <a:gridCol w="468348">
                  <a:extLst>
                    <a:ext uri="{9D8B030D-6E8A-4147-A177-3AD203B41FA5}">
                      <a16:colId xmlns:a16="http://schemas.microsoft.com/office/drawing/2014/main" val="2318025414"/>
                    </a:ext>
                  </a:extLst>
                </a:gridCol>
                <a:gridCol w="468348">
                  <a:extLst>
                    <a:ext uri="{9D8B030D-6E8A-4147-A177-3AD203B41FA5}">
                      <a16:colId xmlns:a16="http://schemas.microsoft.com/office/drawing/2014/main" val="2170475893"/>
                    </a:ext>
                  </a:extLst>
                </a:gridCol>
                <a:gridCol w="468348">
                  <a:extLst>
                    <a:ext uri="{9D8B030D-6E8A-4147-A177-3AD203B41FA5}">
                      <a16:colId xmlns:a16="http://schemas.microsoft.com/office/drawing/2014/main" val="1070795825"/>
                    </a:ext>
                  </a:extLst>
                </a:gridCol>
                <a:gridCol w="468348">
                  <a:extLst>
                    <a:ext uri="{9D8B030D-6E8A-4147-A177-3AD203B41FA5}">
                      <a16:colId xmlns:a16="http://schemas.microsoft.com/office/drawing/2014/main" val="932056512"/>
                    </a:ext>
                  </a:extLst>
                </a:gridCol>
                <a:gridCol w="468348">
                  <a:extLst>
                    <a:ext uri="{9D8B030D-6E8A-4147-A177-3AD203B41FA5}">
                      <a16:colId xmlns:a16="http://schemas.microsoft.com/office/drawing/2014/main" val="3357209443"/>
                    </a:ext>
                  </a:extLst>
                </a:gridCol>
                <a:gridCol w="468348">
                  <a:extLst>
                    <a:ext uri="{9D8B030D-6E8A-4147-A177-3AD203B41FA5}">
                      <a16:colId xmlns:a16="http://schemas.microsoft.com/office/drawing/2014/main" val="1433059984"/>
                    </a:ext>
                  </a:extLst>
                </a:gridCol>
                <a:gridCol w="468348">
                  <a:extLst>
                    <a:ext uri="{9D8B030D-6E8A-4147-A177-3AD203B41FA5}">
                      <a16:colId xmlns:a16="http://schemas.microsoft.com/office/drawing/2014/main" val="3479624654"/>
                    </a:ext>
                  </a:extLst>
                </a:gridCol>
                <a:gridCol w="468348">
                  <a:extLst>
                    <a:ext uri="{9D8B030D-6E8A-4147-A177-3AD203B41FA5}">
                      <a16:colId xmlns:a16="http://schemas.microsoft.com/office/drawing/2014/main" val="1525523383"/>
                    </a:ext>
                  </a:extLst>
                </a:gridCol>
                <a:gridCol w="468348">
                  <a:extLst>
                    <a:ext uri="{9D8B030D-6E8A-4147-A177-3AD203B41FA5}">
                      <a16:colId xmlns:a16="http://schemas.microsoft.com/office/drawing/2014/main" val="1949336780"/>
                    </a:ext>
                  </a:extLst>
                </a:gridCol>
                <a:gridCol w="468348">
                  <a:extLst>
                    <a:ext uri="{9D8B030D-6E8A-4147-A177-3AD203B41FA5}">
                      <a16:colId xmlns:a16="http://schemas.microsoft.com/office/drawing/2014/main" val="2437841294"/>
                    </a:ext>
                  </a:extLst>
                </a:gridCol>
                <a:gridCol w="468348">
                  <a:extLst>
                    <a:ext uri="{9D8B030D-6E8A-4147-A177-3AD203B41FA5}">
                      <a16:colId xmlns:a16="http://schemas.microsoft.com/office/drawing/2014/main" val="1680612603"/>
                    </a:ext>
                  </a:extLst>
                </a:gridCol>
                <a:gridCol w="468348">
                  <a:extLst>
                    <a:ext uri="{9D8B030D-6E8A-4147-A177-3AD203B41FA5}">
                      <a16:colId xmlns:a16="http://schemas.microsoft.com/office/drawing/2014/main" val="1723716699"/>
                    </a:ext>
                  </a:extLst>
                </a:gridCol>
                <a:gridCol w="468348">
                  <a:extLst>
                    <a:ext uri="{9D8B030D-6E8A-4147-A177-3AD203B41FA5}">
                      <a16:colId xmlns:a16="http://schemas.microsoft.com/office/drawing/2014/main" val="1809948859"/>
                    </a:ext>
                  </a:extLst>
                </a:gridCol>
                <a:gridCol w="468348">
                  <a:extLst>
                    <a:ext uri="{9D8B030D-6E8A-4147-A177-3AD203B41FA5}">
                      <a16:colId xmlns:a16="http://schemas.microsoft.com/office/drawing/2014/main" val="2427979336"/>
                    </a:ext>
                  </a:extLst>
                </a:gridCol>
                <a:gridCol w="468348">
                  <a:extLst>
                    <a:ext uri="{9D8B030D-6E8A-4147-A177-3AD203B41FA5}">
                      <a16:colId xmlns:a16="http://schemas.microsoft.com/office/drawing/2014/main" val="1438036110"/>
                    </a:ext>
                  </a:extLst>
                </a:gridCol>
                <a:gridCol w="468348">
                  <a:extLst>
                    <a:ext uri="{9D8B030D-6E8A-4147-A177-3AD203B41FA5}">
                      <a16:colId xmlns:a16="http://schemas.microsoft.com/office/drawing/2014/main" val="87958759"/>
                    </a:ext>
                  </a:extLst>
                </a:gridCol>
                <a:gridCol w="468348">
                  <a:extLst>
                    <a:ext uri="{9D8B030D-6E8A-4147-A177-3AD203B41FA5}">
                      <a16:colId xmlns:a16="http://schemas.microsoft.com/office/drawing/2014/main" val="3938422263"/>
                    </a:ext>
                  </a:extLst>
                </a:gridCol>
                <a:gridCol w="468348">
                  <a:extLst>
                    <a:ext uri="{9D8B030D-6E8A-4147-A177-3AD203B41FA5}">
                      <a16:colId xmlns:a16="http://schemas.microsoft.com/office/drawing/2014/main" val="1940436407"/>
                    </a:ext>
                  </a:extLst>
                </a:gridCol>
              </a:tblGrid>
              <a:tr h="366395"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Ladder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4pco KO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Gc-1-2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Gc-1-4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Gc-1-5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Gc-1-6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Gc-1-7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Gc-1-10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Gc-1-14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Gc-1-13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Gc-1-15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Gc-7-1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Gc-8-1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Gc-8-2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Gc-1-12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Gc-4-1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Gc-3-1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Gc-1-8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Gc-1-9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Gc-5-1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Gc-5-2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Gc-3-2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bg1"/>
                          </a:solidFill>
                        </a:rPr>
                        <a:t>Gc-1-16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9906585"/>
                  </a:ext>
                </a:extLst>
              </a:tr>
            </a:tbl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24FF2DD2-017A-65AA-D7F7-42A79D840AC9}"/>
              </a:ext>
            </a:extLst>
          </p:cNvPr>
          <p:cNvGrpSpPr/>
          <p:nvPr/>
        </p:nvGrpSpPr>
        <p:grpSpPr>
          <a:xfrm>
            <a:off x="-40640" y="1219200"/>
            <a:ext cx="522734" cy="3728720"/>
            <a:chOff x="437386" y="4979732"/>
            <a:chExt cx="522734" cy="2785756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FDB044B-78DB-9A7B-5C24-F2746F6CC966}"/>
                </a:ext>
              </a:extLst>
            </p:cNvPr>
            <p:cNvSpPr txBox="1"/>
            <p:nvPr/>
          </p:nvSpPr>
          <p:spPr>
            <a:xfrm>
              <a:off x="490726" y="7534656"/>
              <a:ext cx="46939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250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E539B5E-6155-26FD-B55D-7FEA59F5DB0F}"/>
                </a:ext>
              </a:extLst>
            </p:cNvPr>
            <p:cNvSpPr txBox="1"/>
            <p:nvPr/>
          </p:nvSpPr>
          <p:spPr>
            <a:xfrm>
              <a:off x="490726" y="7154610"/>
              <a:ext cx="46939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500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9CBA1CC-E336-BC34-0AC1-EAD5458E7FC0}"/>
                </a:ext>
              </a:extLst>
            </p:cNvPr>
            <p:cNvSpPr txBox="1"/>
            <p:nvPr/>
          </p:nvSpPr>
          <p:spPr>
            <a:xfrm>
              <a:off x="490726" y="6838106"/>
              <a:ext cx="469394" cy="2376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750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78E2BFC-9AAE-42B5-9492-4C13414F1B0B}"/>
                </a:ext>
              </a:extLst>
            </p:cNvPr>
            <p:cNvSpPr txBox="1"/>
            <p:nvPr/>
          </p:nvSpPr>
          <p:spPr>
            <a:xfrm>
              <a:off x="490726" y="6282943"/>
              <a:ext cx="46939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1500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5312345-5716-4AAF-9EBF-39AD5B1F8C30}"/>
                </a:ext>
              </a:extLst>
            </p:cNvPr>
            <p:cNvSpPr txBox="1"/>
            <p:nvPr/>
          </p:nvSpPr>
          <p:spPr>
            <a:xfrm>
              <a:off x="490726" y="6020514"/>
              <a:ext cx="46939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2000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E90719D-5240-4EB5-6650-753F7048F651}"/>
                </a:ext>
              </a:extLst>
            </p:cNvPr>
            <p:cNvSpPr txBox="1"/>
            <p:nvPr/>
          </p:nvSpPr>
          <p:spPr>
            <a:xfrm>
              <a:off x="490726" y="5824083"/>
              <a:ext cx="46939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2500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8D145A4-F2A6-1F6E-3ACE-8C1D7C2106F3}"/>
                </a:ext>
              </a:extLst>
            </p:cNvPr>
            <p:cNvSpPr txBox="1"/>
            <p:nvPr/>
          </p:nvSpPr>
          <p:spPr>
            <a:xfrm>
              <a:off x="490726" y="5686325"/>
              <a:ext cx="469394" cy="2892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b="1" dirty="0">
                  <a:solidFill>
                    <a:schemeClr val="bg1"/>
                  </a:solidFill>
                </a:rPr>
                <a:t>3000</a:t>
              </a:r>
              <a:endParaRPr lang="en-GB" sz="900" dirty="0">
                <a:solidFill>
                  <a:schemeClr val="bg1"/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FC9B5A8-9694-88E9-CECA-99B780B9BE41}"/>
                </a:ext>
              </a:extLst>
            </p:cNvPr>
            <p:cNvSpPr txBox="1"/>
            <p:nvPr/>
          </p:nvSpPr>
          <p:spPr>
            <a:xfrm>
              <a:off x="490726" y="5570909"/>
              <a:ext cx="46939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3500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F89C9E6-0259-0E82-4062-A1F5F1EA714E}"/>
                </a:ext>
              </a:extLst>
            </p:cNvPr>
            <p:cNvSpPr txBox="1"/>
            <p:nvPr/>
          </p:nvSpPr>
          <p:spPr>
            <a:xfrm>
              <a:off x="490726" y="5455692"/>
              <a:ext cx="46939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4000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45E6D57-72EB-5329-4BF5-3131FEC1BD5B}"/>
                </a:ext>
              </a:extLst>
            </p:cNvPr>
            <p:cNvSpPr txBox="1"/>
            <p:nvPr/>
          </p:nvSpPr>
          <p:spPr>
            <a:xfrm>
              <a:off x="490726" y="5310039"/>
              <a:ext cx="46939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5000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049E5F6-710D-A787-B5A5-0D9370003A8B}"/>
                </a:ext>
              </a:extLst>
            </p:cNvPr>
            <p:cNvSpPr txBox="1"/>
            <p:nvPr/>
          </p:nvSpPr>
          <p:spPr>
            <a:xfrm>
              <a:off x="490726" y="5191062"/>
              <a:ext cx="469394" cy="2892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b="1" dirty="0">
                  <a:solidFill>
                    <a:schemeClr val="bg1"/>
                  </a:solidFill>
                </a:rPr>
                <a:t>6000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3710545-C6CD-403A-54A6-EE7C495B1345}"/>
                </a:ext>
              </a:extLst>
            </p:cNvPr>
            <p:cNvSpPr txBox="1"/>
            <p:nvPr/>
          </p:nvSpPr>
          <p:spPr>
            <a:xfrm>
              <a:off x="490726" y="5077869"/>
              <a:ext cx="46939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8000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5E4B73B-92A9-D5B4-7237-2CC360BD1CB6}"/>
                </a:ext>
              </a:extLst>
            </p:cNvPr>
            <p:cNvSpPr txBox="1"/>
            <p:nvPr/>
          </p:nvSpPr>
          <p:spPr>
            <a:xfrm>
              <a:off x="437386" y="4979732"/>
              <a:ext cx="52273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chemeClr val="bg1"/>
                  </a:solidFill>
                </a:rPr>
                <a:t>10000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4644BC0-3E00-D316-31C4-A5D0D37B90C2}"/>
                </a:ext>
              </a:extLst>
            </p:cNvPr>
            <p:cNvSpPr txBox="1"/>
            <p:nvPr/>
          </p:nvSpPr>
          <p:spPr>
            <a:xfrm>
              <a:off x="490726" y="6631392"/>
              <a:ext cx="469394" cy="2892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b="1" dirty="0">
                  <a:solidFill>
                    <a:schemeClr val="bg1"/>
                  </a:solidFill>
                </a:rPr>
                <a:t>1000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75091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1580</TotalTime>
  <Words>602</Words>
  <Application>Microsoft Office PowerPoint</Application>
  <PresentationFormat>Widescreen</PresentationFormat>
  <Paragraphs>553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Aptos</vt:lpstr>
      <vt:lpstr>Aptos Display</vt:lpstr>
      <vt:lpstr>Arial</vt:lpstr>
      <vt:lpstr>Office Theme</vt:lpstr>
      <vt:lpstr>Ollie’s Genotyping Results</vt:lpstr>
      <vt:lpstr>PCO5FW/PCO5RV – PCO5</vt:lpstr>
      <vt:lpstr>PowerPoint Presentation</vt:lpstr>
      <vt:lpstr>PowerPoint Presentation</vt:lpstr>
      <vt:lpstr>PCO5FW/PCO5RV – PCO5</vt:lpstr>
      <vt:lpstr>PowerPoint Presentation</vt:lpstr>
      <vt:lpstr>PowerPoint Presentation</vt:lpstr>
      <vt:lpstr>LBb1/PCO5RV - tDNA</vt:lpstr>
      <vt:lpstr>PowerPoint Presentation</vt:lpstr>
      <vt:lpstr>PowerPoint Presentation</vt:lpstr>
      <vt:lpstr>LBb1/PCO5RV – tDNA </vt:lpstr>
      <vt:lpstr>PowerPoint Presentation</vt:lpstr>
      <vt:lpstr>PowerPoint Presentation</vt:lpstr>
      <vt:lpstr>PpFW/PpRV – PpPCO </vt:lpstr>
      <vt:lpstr>PowerPoint Presentation</vt:lpstr>
      <vt:lpstr>PowerPoint Presentation</vt:lpstr>
      <vt:lpstr>PowerPoint Presentation</vt:lpstr>
      <vt:lpstr>GcFW/GcRV – GcPCO</vt:lpstr>
      <vt:lpstr>PowerPoint Presentation</vt:lpstr>
      <vt:lpstr>AttB1/AttB2 – GcPCO retest</vt:lpstr>
      <vt:lpstr>PowerPoint Presentation</vt:lpstr>
      <vt:lpstr>GcFW/GcRV – GcPCO retest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Oliver Eyre</dc:creator>
  <cp:lastModifiedBy>Oliver Eyre</cp:lastModifiedBy>
  <cp:revision>1</cp:revision>
  <dcterms:created xsi:type="dcterms:W3CDTF">2026-01-30T10:06:55Z</dcterms:created>
  <dcterms:modified xsi:type="dcterms:W3CDTF">2026-05-13T19:47:28Z</dcterms:modified>
</cp:coreProperties>
</file>