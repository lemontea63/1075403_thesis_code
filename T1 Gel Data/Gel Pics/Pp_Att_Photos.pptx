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Eyre" userId="a155bfb8-393e-4262-a7e1-a6a5ee5364cf" providerId="ADAL" clId="{5E6B6E74-83B7-4C3E-A027-E167CB70DE76}"/>
    <pc:docChg chg="custSel addSld delSld modSld">
      <pc:chgData name="Oliver Eyre" userId="a155bfb8-393e-4262-a7e1-a6a5ee5364cf" providerId="ADAL" clId="{5E6B6E74-83B7-4C3E-A027-E167CB70DE76}" dt="2026-02-04T16:53:39.867" v="727" actId="20577"/>
      <pc:docMkLst>
        <pc:docMk/>
      </pc:docMkLst>
      <pc:sldChg chg="modSp new mod">
        <pc:chgData name="Oliver Eyre" userId="a155bfb8-393e-4262-a7e1-a6a5ee5364cf" providerId="ADAL" clId="{5E6B6E74-83B7-4C3E-A027-E167CB70DE76}" dt="2026-02-04T16:40:31.651" v="29" actId="20577"/>
        <pc:sldMkLst>
          <pc:docMk/>
          <pc:sldMk cId="584344143" sldId="256"/>
        </pc:sldMkLst>
        <pc:spChg chg="mod">
          <ac:chgData name="Oliver Eyre" userId="a155bfb8-393e-4262-a7e1-a6a5ee5364cf" providerId="ADAL" clId="{5E6B6E74-83B7-4C3E-A027-E167CB70DE76}" dt="2026-02-04T16:40:31.651" v="29" actId="20577"/>
          <ac:spMkLst>
            <pc:docMk/>
            <pc:sldMk cId="584344143" sldId="256"/>
            <ac:spMk id="2" creationId="{75DAA724-DB2C-5B97-9F1E-8F22E7F422F5}"/>
          </ac:spMkLst>
        </pc:spChg>
      </pc:sldChg>
      <pc:sldChg chg="addSp modSp new mod">
        <pc:chgData name="Oliver Eyre" userId="a155bfb8-393e-4262-a7e1-a6a5ee5364cf" providerId="ADAL" clId="{5E6B6E74-83B7-4C3E-A027-E167CB70DE76}" dt="2026-02-04T16:49:29.757" v="347" actId="20577"/>
        <pc:sldMkLst>
          <pc:docMk/>
          <pc:sldMk cId="2965757107" sldId="257"/>
        </pc:sldMkLst>
        <pc:graphicFrameChg chg="add mod modGraphic">
          <ac:chgData name="Oliver Eyre" userId="a155bfb8-393e-4262-a7e1-a6a5ee5364cf" providerId="ADAL" clId="{5E6B6E74-83B7-4C3E-A027-E167CB70DE76}" dt="2026-02-04T16:49:29.757" v="347" actId="20577"/>
          <ac:graphicFrameMkLst>
            <pc:docMk/>
            <pc:sldMk cId="2965757107" sldId="257"/>
            <ac:graphicFrameMk id="4" creationId="{3E5A64C5-8E58-7A18-2E70-75D065019215}"/>
          </ac:graphicFrameMkLst>
        </pc:graphicFrameChg>
        <pc:picChg chg="add mod">
          <ac:chgData name="Oliver Eyre" userId="a155bfb8-393e-4262-a7e1-a6a5ee5364cf" providerId="ADAL" clId="{5E6B6E74-83B7-4C3E-A027-E167CB70DE76}" dt="2026-02-04T16:41:10.521" v="37" actId="14100"/>
          <ac:picMkLst>
            <pc:docMk/>
            <pc:sldMk cId="2965757107" sldId="257"/>
            <ac:picMk id="3" creationId="{CA27A218-94AF-BA6D-6886-8779168485F4}"/>
          </ac:picMkLst>
        </pc:picChg>
      </pc:sldChg>
      <pc:sldChg chg="addSp modSp new mod">
        <pc:chgData name="Oliver Eyre" userId="a155bfb8-393e-4262-a7e1-a6a5ee5364cf" providerId="ADAL" clId="{5E6B6E74-83B7-4C3E-A027-E167CB70DE76}" dt="2026-02-04T16:50:53.851" v="593" actId="20577"/>
        <pc:sldMkLst>
          <pc:docMk/>
          <pc:sldMk cId="2411185728" sldId="258"/>
        </pc:sldMkLst>
        <pc:graphicFrameChg chg="add mod modGraphic">
          <ac:chgData name="Oliver Eyre" userId="a155bfb8-393e-4262-a7e1-a6a5ee5364cf" providerId="ADAL" clId="{5E6B6E74-83B7-4C3E-A027-E167CB70DE76}" dt="2026-02-04T16:50:53.851" v="593" actId="20577"/>
          <ac:graphicFrameMkLst>
            <pc:docMk/>
            <pc:sldMk cId="2411185728" sldId="258"/>
            <ac:graphicFrameMk id="4" creationId="{0267D7AE-1B18-963A-7F22-0ABAD524C82F}"/>
          </ac:graphicFrameMkLst>
        </pc:graphicFrameChg>
        <pc:picChg chg="add mod">
          <ac:chgData name="Oliver Eyre" userId="a155bfb8-393e-4262-a7e1-a6a5ee5364cf" providerId="ADAL" clId="{5E6B6E74-83B7-4C3E-A027-E167CB70DE76}" dt="2026-02-04T16:46:45.979" v="246" actId="14100"/>
          <ac:picMkLst>
            <pc:docMk/>
            <pc:sldMk cId="2411185728" sldId="258"/>
            <ac:picMk id="3" creationId="{CEE88FED-5344-DDBD-8EDA-CF3D8499FCBB}"/>
          </ac:picMkLst>
        </pc:picChg>
      </pc:sldChg>
      <pc:sldChg chg="addSp modSp new mod">
        <pc:chgData name="Oliver Eyre" userId="a155bfb8-393e-4262-a7e1-a6a5ee5364cf" providerId="ADAL" clId="{5E6B6E74-83B7-4C3E-A027-E167CB70DE76}" dt="2026-02-04T16:53:39.867" v="727" actId="20577"/>
        <pc:sldMkLst>
          <pc:docMk/>
          <pc:sldMk cId="2467302699" sldId="259"/>
        </pc:sldMkLst>
        <pc:graphicFrameChg chg="add mod modGraphic">
          <ac:chgData name="Oliver Eyre" userId="a155bfb8-393e-4262-a7e1-a6a5ee5364cf" providerId="ADAL" clId="{5E6B6E74-83B7-4C3E-A027-E167CB70DE76}" dt="2026-02-04T16:53:39.867" v="727" actId="20577"/>
          <ac:graphicFrameMkLst>
            <pc:docMk/>
            <pc:sldMk cId="2467302699" sldId="259"/>
            <ac:graphicFrameMk id="4" creationId="{520DCBF6-ED8C-1F79-FB48-4DC4AE7DB662}"/>
          </ac:graphicFrameMkLst>
        </pc:graphicFrameChg>
        <pc:picChg chg="add mod">
          <ac:chgData name="Oliver Eyre" userId="a155bfb8-393e-4262-a7e1-a6a5ee5364cf" providerId="ADAL" clId="{5E6B6E74-83B7-4C3E-A027-E167CB70DE76}" dt="2026-02-04T16:51:52.968" v="596" actId="14100"/>
          <ac:picMkLst>
            <pc:docMk/>
            <pc:sldMk cId="2467302699" sldId="259"/>
            <ac:picMk id="3" creationId="{2172DDE7-6C68-068D-E06A-4F76EC5E05BF}"/>
          </ac:picMkLst>
        </pc:picChg>
      </pc:sldChg>
      <pc:sldChg chg="new del">
        <pc:chgData name="Oliver Eyre" userId="a155bfb8-393e-4262-a7e1-a6a5ee5364cf" providerId="ADAL" clId="{5E6B6E74-83B7-4C3E-A027-E167CB70DE76}" dt="2026-02-04T16:40:42.693" v="33" actId="2696"/>
        <pc:sldMkLst>
          <pc:docMk/>
          <pc:sldMk cId="327442242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F684-6338-9EFA-F3C9-B54356CFA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47747-4B00-B7E4-BA10-4ADD86106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EB1E-E116-F10F-45C0-531A78A1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B1F44-F59D-4AD1-88B2-D53436F4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5E342-2820-E49D-7CD4-FEC92BE4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69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4871-C0DE-F3A4-43DD-80C7E32C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C544-A694-EBBD-1361-7A87D9457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0DE7D-4B65-00AD-E2D7-60DC8847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7E26-EA34-DA1D-DDB5-6936B94D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6572C-C3DE-B053-958B-AE9F7EF1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47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6961-B8C3-F563-5111-B01552C3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EDE0-3489-8ED5-3493-A14E7400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FB4F-39A4-B9D0-54A7-00CA6274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7B10-4940-CC37-F630-16F2F907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B293-7082-DACF-6595-98A3DC64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9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6575-528F-58A8-97E1-B054AD19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D477-A00D-F66F-D7D0-A50915A3A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7CF1A-9774-CE55-9A08-5991A8D83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7F20F-D2B6-B0D4-71D6-90C24892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56C92-9AC8-FEE7-D3A4-D08E721F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E4D0-ABA6-4063-CD86-1114255E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03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BF04-631C-A063-1969-EB3456F10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2BB86-67F2-585F-2C44-EDC09620A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8FBFA-019E-EE2E-CCB8-BA974933D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54B74D-52D9-C58A-9735-C4A5106E5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4B861-2711-BFF8-02C5-2ADA738CF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11B59-2801-2709-1758-CB4CBCF6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EAB86-259D-7CA5-9103-A213551D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F7167-A60C-77EB-7466-135B33CD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45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3763-4B1D-6979-6F9C-426AA04E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C833E-D126-2344-14DB-509DDD06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C86D9-3FFB-8681-20F1-F98C12F5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62CA8-59F2-7B60-606C-C793B5D1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78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F2515-2D94-3E1A-672F-DAA26BA5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E586-9B73-BEE0-CA7F-0E606C25F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6F799-F33B-3AFB-88B2-62077E4E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69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9F52-5B15-B62C-9AF2-9AAD7994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7F65-3633-C360-FE7C-EC4732A7A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3CA58-43BA-EA3B-1E68-53BE6BE3E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98635-B208-3645-35C1-0E17C382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B3C75-5A53-0F44-379B-91C3ECE1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D41CE-0240-CD03-CE26-30F32740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05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36BC-EB27-7E19-8F83-F117BC80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18380-3D52-ED24-7569-A4B4CC9BB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A4494-C390-F82E-3ADC-4BFB29BF5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C2FC-3107-2657-E12D-AC8C54FD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F57D3-D284-2210-FA12-6CE8C63E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4A743-F5CB-5E76-E043-FB3D1D19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23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BDC2-4235-A4AE-CC53-97B18C46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3C945-8F64-D572-CBDE-1C2DC7EFE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1766-62B1-7B93-B58A-6E1A69CC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BEAD-ED73-0116-2E58-761BC6C4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FA622-4490-2F23-0A71-7834B04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6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66DAF-D61F-EB09-21DC-A88EB2235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70195-267B-EA6E-AAE3-C4899CB8C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2936-16A5-AED2-776A-DDBAD360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B9AEF-5B67-7F5F-5203-C0C96FF1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E9A95-8AF1-E8E3-1449-66DA9333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49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DCBED-9809-DCE1-B09E-D75BA0CF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5C482-1369-50C7-8A4A-9705ED71D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E16E-64B2-23DD-F84A-BFA4CE224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5FBA9-1793-42C0-8523-9F9D5679013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ED45-DE31-E057-903E-0C5ED629A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7093-3B18-3604-A4AE-0873A7F79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67D5-55FA-40BA-807F-CBC20D74B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91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A724-DB2C-5B97-9F1E-8F22E7F42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PpPCO</a:t>
            </a:r>
            <a:r>
              <a:rPr lang="en-GB" dirty="0"/>
              <a:t> Tests with </a:t>
            </a:r>
            <a:r>
              <a:rPr lang="en-GB" dirty="0" err="1"/>
              <a:t>AttB</a:t>
            </a:r>
            <a:r>
              <a:rPr lang="en-GB" dirty="0"/>
              <a:t> primers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56360-CC3D-E5AF-811A-B072025F9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34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7A218-94AF-BA6D-6886-87791684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" y="2015067"/>
            <a:ext cx="12176459" cy="282786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5A64C5-8E58-7A18-2E70-75D065019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3179"/>
              </p:ext>
            </p:extLst>
          </p:nvPr>
        </p:nvGraphicFramePr>
        <p:xfrm>
          <a:off x="253999" y="1829647"/>
          <a:ext cx="1156548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5516">
                  <a:extLst>
                    <a:ext uri="{9D8B030D-6E8A-4147-A177-3AD203B41FA5}">
                      <a16:colId xmlns:a16="http://schemas.microsoft.com/office/drawing/2014/main" val="3538994247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012122416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041828373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846500197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730641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4274515233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171129436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3470742974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575825896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4173764141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740696064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3961412276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33137946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3604886659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711628305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853534619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921430050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251317886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388444256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791557384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717833844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78227099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76401162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319127233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172492931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443121033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641521557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973641429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215598052"/>
                    </a:ext>
                  </a:extLst>
                </a:gridCol>
                <a:gridCol w="385516">
                  <a:extLst>
                    <a:ext uri="{9D8B030D-6E8A-4147-A177-3AD203B41FA5}">
                      <a16:colId xmlns:a16="http://schemas.microsoft.com/office/drawing/2014/main" val="42243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800" dirty="0"/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4pcoKO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87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75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88FED-5344-DDBD-8EDA-CF3D8499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" y="2011680"/>
            <a:ext cx="12141710" cy="28346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67D7AE-1B18-963A-7F22-0ABAD524C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9960"/>
              </p:ext>
            </p:extLst>
          </p:nvPr>
        </p:nvGraphicFramePr>
        <p:xfrm>
          <a:off x="143933" y="1826260"/>
          <a:ext cx="117771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2571">
                  <a:extLst>
                    <a:ext uri="{9D8B030D-6E8A-4147-A177-3AD203B41FA5}">
                      <a16:colId xmlns:a16="http://schemas.microsoft.com/office/drawing/2014/main" val="778283267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90174919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985529128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781429758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281252964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315010828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446775992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952898373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859686735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016135627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202646314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463242560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404850532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871413596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969713315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665907189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713849599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881604383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576019187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220236253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387482466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749166772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658442855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474356946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089538513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357732505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527940190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397721925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2085511208"/>
                    </a:ext>
                  </a:extLst>
                </a:gridCol>
                <a:gridCol w="392571">
                  <a:extLst>
                    <a:ext uri="{9D8B030D-6E8A-4147-A177-3AD203B41FA5}">
                      <a16:colId xmlns:a16="http://schemas.microsoft.com/office/drawing/2014/main" val="1054175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800" dirty="0"/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77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18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2DDE7-6C68-068D-E06A-4F76EC5E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429"/>
            <a:ext cx="12200467" cy="522877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0DCBF6-ED8C-1F79-FB48-4DC4AE7DB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11450"/>
              </p:ext>
            </p:extLst>
          </p:nvPr>
        </p:nvGraphicFramePr>
        <p:xfrm>
          <a:off x="253999" y="812800"/>
          <a:ext cx="1159932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4407">
                  <a:extLst>
                    <a:ext uri="{9D8B030D-6E8A-4147-A177-3AD203B41FA5}">
                      <a16:colId xmlns:a16="http://schemas.microsoft.com/office/drawing/2014/main" val="894673003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3752143329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599354260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2797938497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987802740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179901798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122914657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345018275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3826689279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4112635081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563696040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2923983295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59199103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205740871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152727643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3363397722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1242950720"/>
                    </a:ext>
                  </a:extLst>
                </a:gridCol>
                <a:gridCol w="644407">
                  <a:extLst>
                    <a:ext uri="{9D8B030D-6E8A-4147-A177-3AD203B41FA5}">
                      <a16:colId xmlns:a16="http://schemas.microsoft.com/office/drawing/2014/main" val="3376342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800" dirty="0"/>
                        <a:t>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Pp-10-39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Pp-9-1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Pp-8-1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Pp-8-2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Pp-7-29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5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30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</Words>
  <Application>Microsoft Office PowerPoint</Application>
  <PresentationFormat>Widescreen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PpPCO Tests with AttB primers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Eyre</dc:creator>
  <cp:lastModifiedBy>Oliver Eyre</cp:lastModifiedBy>
  <cp:revision>1</cp:revision>
  <dcterms:created xsi:type="dcterms:W3CDTF">2026-02-04T16:40:20Z</dcterms:created>
  <dcterms:modified xsi:type="dcterms:W3CDTF">2026-02-04T16:53:43Z</dcterms:modified>
</cp:coreProperties>
</file>