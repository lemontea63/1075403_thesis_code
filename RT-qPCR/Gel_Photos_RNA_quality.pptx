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5019F-EFC3-4D6B-800E-12DA0BB62764}" v="2" dt="2026-05-08T13:49:31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Eyre" userId="a155bfb8-393e-4262-a7e1-a6a5ee5364cf" providerId="ADAL" clId="{5E6B6E74-83B7-4C3E-A027-E167CB70DE76}"/>
    <pc:docChg chg="undo custSel addSld modSld">
      <pc:chgData name="Oliver Eyre" userId="a155bfb8-393e-4262-a7e1-a6a5ee5364cf" providerId="ADAL" clId="{5E6B6E74-83B7-4C3E-A027-E167CB70DE76}" dt="2026-05-08T13:52:28.682" v="540" actId="1076"/>
      <pc:docMkLst>
        <pc:docMk/>
      </pc:docMkLst>
      <pc:sldChg chg="new">
        <pc:chgData name="Oliver Eyre" userId="a155bfb8-393e-4262-a7e1-a6a5ee5364cf" providerId="ADAL" clId="{5E6B6E74-83B7-4C3E-A027-E167CB70DE76}" dt="2026-04-16T14:56:29.664" v="0" actId="680"/>
        <pc:sldMkLst>
          <pc:docMk/>
          <pc:sldMk cId="1490831502" sldId="256"/>
        </pc:sldMkLst>
      </pc:sldChg>
      <pc:sldChg chg="addSp modSp new mod">
        <pc:chgData name="Oliver Eyre" userId="a155bfb8-393e-4262-a7e1-a6a5ee5364cf" providerId="ADAL" clId="{5E6B6E74-83B7-4C3E-A027-E167CB70DE76}" dt="2026-05-08T13:51:32.976" v="528" actId="20577"/>
        <pc:sldMkLst>
          <pc:docMk/>
          <pc:sldMk cId="3903947610" sldId="257"/>
        </pc:sldMkLst>
        <pc:graphicFrameChg chg="add mod modGraphic">
          <ac:chgData name="Oliver Eyre" userId="a155bfb8-393e-4262-a7e1-a6a5ee5364cf" providerId="ADAL" clId="{5E6B6E74-83B7-4C3E-A027-E167CB70DE76}" dt="2026-05-08T13:51:32.976" v="528" actId="20577"/>
          <ac:graphicFrameMkLst>
            <pc:docMk/>
            <pc:sldMk cId="3903947610" sldId="257"/>
            <ac:graphicFrameMk id="4" creationId="{77B07C6A-07B9-D9E3-3F23-56EBD9FB674A}"/>
          </ac:graphicFrameMkLst>
        </pc:graphicFrameChg>
        <pc:picChg chg="add mod modCrop">
          <ac:chgData name="Oliver Eyre" userId="a155bfb8-393e-4262-a7e1-a6a5ee5364cf" providerId="ADAL" clId="{5E6B6E74-83B7-4C3E-A027-E167CB70DE76}" dt="2026-05-08T13:50:29.990" v="518" actId="12788"/>
          <ac:picMkLst>
            <pc:docMk/>
            <pc:sldMk cId="3903947610" sldId="257"/>
            <ac:picMk id="3" creationId="{85C2BBBC-D8DA-0DD6-1C66-0848F9686B8D}"/>
          </ac:picMkLst>
        </pc:picChg>
      </pc:sldChg>
      <pc:sldChg chg="addSp delSp modSp new mod">
        <pc:chgData name="Oliver Eyre" userId="a155bfb8-393e-4262-a7e1-a6a5ee5364cf" providerId="ADAL" clId="{5E6B6E74-83B7-4C3E-A027-E167CB70DE76}" dt="2026-05-08T13:52:28.682" v="540" actId="1076"/>
        <pc:sldMkLst>
          <pc:docMk/>
          <pc:sldMk cId="3512312939" sldId="258"/>
        </pc:sldMkLst>
        <pc:graphicFrameChg chg="add mod modGraphic">
          <ac:chgData name="Oliver Eyre" userId="a155bfb8-393e-4262-a7e1-a6a5ee5364cf" providerId="ADAL" clId="{5E6B6E74-83B7-4C3E-A027-E167CB70DE76}" dt="2026-05-08T13:52:28.682" v="540" actId="1076"/>
          <ac:graphicFrameMkLst>
            <pc:docMk/>
            <pc:sldMk cId="3512312939" sldId="258"/>
            <ac:graphicFrameMk id="5" creationId="{99FD9E71-E681-2D93-EF4A-EBB9CA5C8EE3}"/>
          </ac:graphicFrameMkLst>
        </pc:graphicFrameChg>
        <pc:picChg chg="add mod modCrop">
          <ac:chgData name="Oliver Eyre" userId="a155bfb8-393e-4262-a7e1-a6a5ee5364cf" providerId="ADAL" clId="{5E6B6E74-83B7-4C3E-A027-E167CB70DE76}" dt="2026-04-16T15:01:03.465" v="168" actId="1076"/>
          <ac:picMkLst>
            <pc:docMk/>
            <pc:sldMk cId="3512312939" sldId="258"/>
            <ac:picMk id="3" creationId="{C8183094-2445-1789-2836-50291E6755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C65F-134E-6CC7-FFB1-0AAEA29CB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7D55F-8DAF-0B8F-4B25-360501E3F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8514-4E8C-FBC0-9CE0-30F2AC3E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759DF-579A-BE55-1AAF-7393A06D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4FFF6-0FDE-E919-4F4D-01351822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263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3321-2FE6-7BD1-33A0-350B2BB78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31D4-4A54-F57B-8D79-314BADD2A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02F97-7E82-537C-D06A-1E0111F9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77C4B-3279-D5AE-3845-D1F9B605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93684-6BF6-1DFB-1E83-BB4E7401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02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CACA-0904-402D-03FD-02DBE7B0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7AC2-FD52-3F68-E737-8D12FE503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C71D-20CA-F194-82C3-E69D44D4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4F612-E4AE-452E-B5FD-8F0C20A30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BBC1-CC44-6ABF-0F2D-3432749E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5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BEEF-2E2A-F11B-FB4A-6BFF9653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70E5-C31D-2511-6C17-D8074AD05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E3F5E-1337-A440-4A05-5DE8791E2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B8116-0077-BB5D-ADF3-9AEA5477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E9166-E96B-31C1-7F10-029BE076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EB708-DC60-C56F-ACCF-ACD5B780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62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9C40-B7AD-AA54-7642-0E6B9F0C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9E338-14F8-E110-4262-EC4989A7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447F0-C229-4610-891A-E263AE09A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CC523-5FD6-A5D7-2661-C90FF6210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DD782-724B-0CFC-8D42-E527DC840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1002-2D29-9972-8986-406BF43F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CB196-D5C8-5519-5F35-EDFE364E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10595-874D-ABA3-E6DD-634C5855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08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F3C1-1C82-6781-0001-627E3D3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515BF-1E69-917F-23DD-9C35449A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22A53-4C13-4A91-04FA-88853BDF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7F78E-E2E8-3DA0-44BF-D80B654B7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10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BC137-E572-F1CA-D906-358A1601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42E7B-2C12-C3CE-9F26-38E6C159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16016-57D3-46F9-8C7F-A42DFB2F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81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53A1-D086-B0B7-329D-C69F0CA0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C340-2E6D-9267-E8E9-7A7EFB38F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24374-9063-F71B-95F9-738D72C5E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105AF-57F7-D5B0-84A4-5A6B5895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EDFC5-DB26-B821-F8BB-3651DBFF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146A1-9F0C-0568-BB89-592FA6A4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39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1E57-7FDE-69AB-241D-94E2E156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D468D-4C39-088D-A601-BCC11A022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91107-6441-6FE3-7A76-7723D1418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4C560-EA8A-E05C-E31F-6C98B92C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39F1C-A590-D797-05F4-C0CC0C0E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1E18B-19F8-5D6B-C86F-CC8C6AF1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79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F724-9B77-AC96-B10C-23FA37FE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17028-6A4D-5681-4841-6F33E8F6A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D0424-1D89-83B8-9115-4DD7A977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9BDB6-016F-4682-D837-6FA3D0811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B54C0-0510-28AC-DC65-27CDC10A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6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C3F42-1D09-3AFA-0B1C-45DBCD3C9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63DCA-79F5-DDB6-48A8-E02A81AAE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6FA71-4C10-AAC1-FABC-72C0C077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A0DEF-B653-69DD-59E7-5FE11566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90A2A-7760-301F-1DC2-12330C29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21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4D909-0DC8-BAEC-E199-D54803BF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DD45C-2FDA-9896-D173-11E5AE0C5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E8FA-F86A-CE28-A0D3-514FF053C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7FBF1-32B3-4AE9-BB83-DF20FB3B29D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FE453-2978-55AC-0677-6E588B174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C6D3-B227-5607-5194-99B6D8AA1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9D887-FA1B-45C4-9DE5-64C584B30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80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915B-B75D-E247-CCBD-FF4AC40EE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C8BAE-D02F-0679-50D7-B57A665DE6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83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C2BBBC-D8DA-0DD6-1C66-0848F9686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65" r="23265" b="14869"/>
          <a:stretch>
            <a:fillRect/>
          </a:stretch>
        </p:blipFill>
        <p:spPr>
          <a:xfrm>
            <a:off x="60780" y="770466"/>
            <a:ext cx="11902620" cy="605113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B07C6A-07B9-D9E3-3F23-56EBD9FB6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398652"/>
              </p:ext>
            </p:extLst>
          </p:nvPr>
        </p:nvGraphicFramePr>
        <p:xfrm>
          <a:off x="2074332" y="1481665"/>
          <a:ext cx="8830735" cy="701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3945">
                  <a:extLst>
                    <a:ext uri="{9D8B030D-6E8A-4147-A177-3AD203B41FA5}">
                      <a16:colId xmlns:a16="http://schemas.microsoft.com/office/drawing/2014/main" val="4039014894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23403553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1349356417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428007095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50885896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218676607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520551268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837150159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628460150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2592483682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319239309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2151490890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2727579422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683486487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242030112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411291378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1233573295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352629045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870335533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2938803856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1428117527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4258887965"/>
                    </a:ext>
                  </a:extLst>
                </a:gridCol>
                <a:gridCol w="383945">
                  <a:extLst>
                    <a:ext uri="{9D8B030D-6E8A-4147-A177-3AD203B41FA5}">
                      <a16:colId xmlns:a16="http://schemas.microsoft.com/office/drawing/2014/main" val="2586887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Pp-7-23-1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Pp-7-23-2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Pp-7-23-3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Pp-7-23-4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Pp-10-4-1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Pp-10-4-2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Pp-10-4-3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At4-2-2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At4-2-3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At4-2-4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617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94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183094-2445-1789-2836-50291E675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3" t="12741" r="25667" b="32889"/>
          <a:stretch>
            <a:fillRect/>
          </a:stretch>
        </p:blipFill>
        <p:spPr>
          <a:xfrm>
            <a:off x="11185" y="825126"/>
            <a:ext cx="12180815" cy="603287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FD9E71-E681-2D93-EF4A-EBB9CA5C8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072701"/>
              </p:ext>
            </p:extLst>
          </p:nvPr>
        </p:nvGraphicFramePr>
        <p:xfrm>
          <a:off x="567265" y="2300392"/>
          <a:ext cx="1010074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037">
                  <a:extLst>
                    <a:ext uri="{9D8B030D-6E8A-4147-A177-3AD203B41FA5}">
                      <a16:colId xmlns:a16="http://schemas.microsoft.com/office/drawing/2014/main" val="1348618629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408084089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3899616666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461496225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2559390426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2630309844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858744809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905112803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387520726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550210143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2867647115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2857165710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3773220908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277333200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508073029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1859329039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2603174760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2976566107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674557013"/>
                    </a:ext>
                  </a:extLst>
                </a:gridCol>
                <a:gridCol w="505037">
                  <a:extLst>
                    <a:ext uri="{9D8B030D-6E8A-4147-A177-3AD203B41FA5}">
                      <a16:colId xmlns:a16="http://schemas.microsoft.com/office/drawing/2014/main" val="4097157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At4-1-6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4co-2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088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31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43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Eyre</dc:creator>
  <cp:lastModifiedBy>Oliver Eyre</cp:lastModifiedBy>
  <cp:revision>1</cp:revision>
  <dcterms:created xsi:type="dcterms:W3CDTF">2026-04-16T14:56:06Z</dcterms:created>
  <dcterms:modified xsi:type="dcterms:W3CDTF">2026-05-08T13:52:34Z</dcterms:modified>
</cp:coreProperties>
</file>